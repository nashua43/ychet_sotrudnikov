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60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71" r:id="rId11"/>
    <p:sldId id="270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25AA6"/>
    <a:srgbClr val="00803B"/>
    <a:srgbClr val="32B824"/>
    <a:srgbClr val="FFFFFF"/>
    <a:srgbClr val="144A0E"/>
    <a:srgbClr val="1F7416"/>
    <a:srgbClr val="258A1A"/>
    <a:srgbClr val="2997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48"/>
  </p:normalViewPr>
  <p:slideViewPr>
    <p:cSldViewPr snapToGrid="0">
      <p:cViewPr varScale="1">
        <p:scale>
          <a:sx n="93" d="100"/>
          <a:sy n="93" d="100"/>
        </p:scale>
        <p:origin x="27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B440B6-7C81-42CA-B677-FFA057057F68}" type="datetimeFigureOut">
              <a:rPr lang="ru-RU" smtClean="0"/>
              <a:t>14.01.2026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D704CE-54E0-4534-9966-10FF36A375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95550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704CE-54E0-4534-9966-10FF36A37516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28129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0DE2E-2412-4A27-7883-1E9DE3F62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6EA03384-F34F-8CBA-3D2E-9CBE13C879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597622C2-7DAC-B416-C427-E324D17BE1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2F40058-6A58-77E8-5423-DE94AC49EF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704CE-54E0-4534-9966-10FF36A37516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66525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19CE8-CE2F-A467-DDC1-B630F9401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E0002AF-CE59-10D9-8A82-66C8F8B594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3B9250E-699F-188C-4538-CB811EC4D5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33E918C-CCCA-1F88-E18E-DD5BB916B8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704CE-54E0-4534-9966-10FF36A37516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13661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243208" y="2858518"/>
            <a:ext cx="9144000" cy="1668284"/>
          </a:xfrm>
        </p:spPr>
        <p:txBody>
          <a:bodyPr anchor="b"/>
          <a:lstStyle>
            <a:lvl1pPr algn="l">
              <a:lnSpc>
                <a:spcPct val="100000"/>
              </a:lnSpc>
              <a:defRPr sz="60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 err="1"/>
              <a:t>заголовок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243208" y="4700789"/>
            <a:ext cx="9144000" cy="678712"/>
          </a:xfr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2400">
                <a:latin typeface="PermianSansTypeface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подзаголовок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972751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F5179A5D-2E1E-4122-8255-844A0375AB5C}" type="datetimeFigureOut">
              <a:rPr lang="ru-RU" smtClean="0"/>
              <a:pPr/>
              <a:t>14.01.2026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D939E064-4929-463C-BE93-599F78C1F975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751" y="764789"/>
            <a:ext cx="1237049" cy="1237049"/>
          </a:xfrm>
          <a:prstGeom prst="rect">
            <a:avLst/>
          </a:prstGeom>
        </p:spPr>
      </p:pic>
      <p:sp>
        <p:nvSpPr>
          <p:cNvPr id="10" name="Прямоугольник 9"/>
          <p:cNvSpPr/>
          <p:nvPr userDrawn="1"/>
        </p:nvSpPr>
        <p:spPr>
          <a:xfrm>
            <a:off x="972751" y="2559028"/>
            <a:ext cx="109074" cy="282047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10321689" y="229031"/>
            <a:ext cx="662088" cy="69489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10969171" y="-28046"/>
            <a:ext cx="1222829" cy="1283414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10572483" y="644154"/>
            <a:ext cx="954313" cy="1001594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11132457" y="5169133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11433892" y="4646864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/>
          <p:cNvSpPr/>
          <p:nvPr userDrawn="1"/>
        </p:nvSpPr>
        <p:spPr>
          <a:xfrm>
            <a:off x="10830666" y="5664686"/>
            <a:ext cx="993018" cy="1042217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/>
          <p:nvPr userDrawn="1"/>
        </p:nvSpPr>
        <p:spPr>
          <a:xfrm>
            <a:off x="10049401" y="3948216"/>
            <a:ext cx="595302" cy="6247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/>
          <p:cNvSpPr/>
          <p:nvPr userDrawn="1"/>
        </p:nvSpPr>
        <p:spPr>
          <a:xfrm>
            <a:off x="10460196" y="3754568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/>
          <p:cNvSpPr/>
          <p:nvPr userDrawn="1"/>
        </p:nvSpPr>
        <p:spPr>
          <a:xfrm>
            <a:off x="11293215" y="2514070"/>
            <a:ext cx="369013" cy="387296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/>
          <p:cNvSpPr/>
          <p:nvPr userDrawn="1"/>
        </p:nvSpPr>
        <p:spPr>
          <a:xfrm>
            <a:off x="375138" y="5969054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 userDrawn="1"/>
        </p:nvSpPr>
        <p:spPr>
          <a:xfrm>
            <a:off x="-181705" y="6066489"/>
            <a:ext cx="662088" cy="69489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/>
          <p:cNvSpPr/>
          <p:nvPr userDrawn="1"/>
        </p:nvSpPr>
        <p:spPr>
          <a:xfrm>
            <a:off x="10566898" y="6094197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376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79A5D-2E1E-4122-8255-844A0375AB5C}" type="datetimeFigureOut">
              <a:rPr lang="ru-RU" smtClean="0"/>
              <a:pPr/>
              <a:t>14.01.2026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9E064-4929-463C-BE93-599F78C1F97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6" name="Прямоугольник 5"/>
          <p:cNvSpPr/>
          <p:nvPr userDrawn="1"/>
        </p:nvSpPr>
        <p:spPr>
          <a:xfrm>
            <a:off x="0" y="365124"/>
            <a:ext cx="12192000" cy="13255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9" name="Текст 8"/>
          <p:cNvSpPr>
            <a:spLocks noGrp="1"/>
          </p:cNvSpPr>
          <p:nvPr>
            <p:ph type="body" sz="quarter" idx="13"/>
          </p:nvPr>
        </p:nvSpPr>
        <p:spPr>
          <a:xfrm>
            <a:off x="838200" y="1851660"/>
            <a:ext cx="10515600" cy="427450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235327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24531" y="524933"/>
            <a:ext cx="3650668" cy="2051579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411362" y="1375304"/>
            <a:ext cx="4857750" cy="738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" name="Рисунок 6"/>
          <p:cNvSpPr>
            <a:spLocks noGrp="1"/>
          </p:cNvSpPr>
          <p:nvPr>
            <p:ph type="pic" sz="quarter" idx="13"/>
          </p:nvPr>
        </p:nvSpPr>
        <p:spPr>
          <a:xfrm>
            <a:off x="5360563" y="3037417"/>
            <a:ext cx="6831437" cy="3236383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6"/>
          <p:cNvSpPr>
            <a:spLocks noGrp="1"/>
          </p:cNvSpPr>
          <p:nvPr>
            <p:ph type="pic" sz="quarter" idx="14"/>
          </p:nvPr>
        </p:nvSpPr>
        <p:spPr>
          <a:xfrm>
            <a:off x="1122044" y="3037417"/>
            <a:ext cx="3873289" cy="3236383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0" y="0"/>
            <a:ext cx="1693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11618322" y="524933"/>
            <a:ext cx="573678" cy="6021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10974229" y="229763"/>
            <a:ext cx="281236" cy="29517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368402" y="5913315"/>
            <a:ext cx="388412" cy="40765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8472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F5179A5D-2E1E-4122-8255-844A0375AB5C}" type="datetimeFigureOut">
              <a:rPr lang="ru-RU" smtClean="0"/>
              <a:pPr/>
              <a:t>14.01.2026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D939E064-4929-463C-BE93-599F78C1F97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5" name="Рисунок 6"/>
          <p:cNvSpPr>
            <a:spLocks noGrp="1"/>
          </p:cNvSpPr>
          <p:nvPr>
            <p:ph type="pic" sz="quarter" idx="13"/>
          </p:nvPr>
        </p:nvSpPr>
        <p:spPr>
          <a:xfrm>
            <a:off x="0" y="988484"/>
            <a:ext cx="8610600" cy="3414183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7703132" y="1580885"/>
            <a:ext cx="3650668" cy="2051579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7" name="Текст 2"/>
          <p:cNvSpPr>
            <a:spLocks noGrp="1"/>
          </p:cNvSpPr>
          <p:nvPr>
            <p:ph type="body" idx="1"/>
          </p:nvPr>
        </p:nvSpPr>
        <p:spPr>
          <a:xfrm>
            <a:off x="838200" y="4847961"/>
            <a:ext cx="2743200" cy="738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8" name="Текст 2"/>
          <p:cNvSpPr>
            <a:spLocks noGrp="1"/>
          </p:cNvSpPr>
          <p:nvPr>
            <p:ph type="body" idx="14"/>
          </p:nvPr>
        </p:nvSpPr>
        <p:spPr>
          <a:xfrm>
            <a:off x="4038600" y="4847960"/>
            <a:ext cx="2743200" cy="738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" name="Текст 2"/>
          <p:cNvSpPr>
            <a:spLocks noGrp="1"/>
          </p:cNvSpPr>
          <p:nvPr>
            <p:ph type="body" idx="15"/>
          </p:nvPr>
        </p:nvSpPr>
        <p:spPr>
          <a:xfrm>
            <a:off x="7239000" y="4842934"/>
            <a:ext cx="2743200" cy="738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624956" y="4834581"/>
            <a:ext cx="192346" cy="2018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8344945" y="674600"/>
            <a:ext cx="573678" cy="6021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6597293" y="218281"/>
            <a:ext cx="369013" cy="387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3846254" y="4834581"/>
            <a:ext cx="192346" cy="2018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7046654" y="4834581"/>
            <a:ext cx="192346" cy="2018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5282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46311" y="2478088"/>
            <a:ext cx="4857750" cy="2852737"/>
          </a:xfrm>
        </p:spPr>
        <p:txBody>
          <a:bodyPr anchor="b"/>
          <a:lstStyle>
            <a:lvl1pPr>
              <a:lnSpc>
                <a:spcPct val="100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46311" y="5357813"/>
            <a:ext cx="4857750" cy="738187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" name="Рисунок 6"/>
          <p:cNvSpPr>
            <a:spLocks noGrp="1"/>
          </p:cNvSpPr>
          <p:nvPr>
            <p:ph type="pic" sz="quarter" idx="13"/>
          </p:nvPr>
        </p:nvSpPr>
        <p:spPr>
          <a:xfrm>
            <a:off x="8805332" y="0"/>
            <a:ext cx="3081867" cy="6858000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6"/>
          <p:cNvSpPr>
            <a:spLocks noGrp="1"/>
          </p:cNvSpPr>
          <p:nvPr>
            <p:ph type="pic" sz="quarter" idx="14"/>
          </p:nvPr>
        </p:nvSpPr>
        <p:spPr>
          <a:xfrm>
            <a:off x="5621867" y="0"/>
            <a:ext cx="3064933" cy="6858000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3979964" y="299371"/>
            <a:ext cx="662088" cy="69489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4621992" y="0"/>
            <a:ext cx="1222829" cy="1283414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4230758" y="714494"/>
            <a:ext cx="954313" cy="1001594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/>
          <p:cNvSpPr/>
          <p:nvPr userDrawn="1"/>
        </p:nvSpPr>
        <p:spPr>
          <a:xfrm>
            <a:off x="11919658" y="6065674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/>
          <p:nvPr userDrawn="1"/>
        </p:nvSpPr>
        <p:spPr>
          <a:xfrm>
            <a:off x="11362815" y="6163109"/>
            <a:ext cx="662088" cy="69489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0193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-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 userDrawn="1"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838200" y="2248429"/>
            <a:ext cx="3869267" cy="23611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" name="Прямоугольник 1"/>
          <p:cNvSpPr/>
          <p:nvPr userDrawn="1"/>
        </p:nvSpPr>
        <p:spPr>
          <a:xfrm>
            <a:off x="5266266" y="795867"/>
            <a:ext cx="5960534" cy="15917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 userDrawn="1"/>
        </p:nvSpPr>
        <p:spPr>
          <a:xfrm>
            <a:off x="5266266" y="2633133"/>
            <a:ext cx="5960534" cy="15917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 userDrawn="1"/>
        </p:nvSpPr>
        <p:spPr>
          <a:xfrm>
            <a:off x="5266266" y="4470399"/>
            <a:ext cx="5960534" cy="15917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5265738" y="795338"/>
            <a:ext cx="2082800" cy="1592262"/>
          </a:xfrm>
        </p:spPr>
        <p:txBody>
          <a:bodyPr/>
          <a:lstStyle/>
          <a:p>
            <a:endParaRPr lang="ru-RU"/>
          </a:p>
        </p:txBody>
      </p:sp>
      <p:sp>
        <p:nvSpPr>
          <p:cNvPr id="10" name="Рисунок 7"/>
          <p:cNvSpPr>
            <a:spLocks noGrp="1"/>
          </p:cNvSpPr>
          <p:nvPr>
            <p:ph type="pic" sz="quarter" idx="11"/>
          </p:nvPr>
        </p:nvSpPr>
        <p:spPr>
          <a:xfrm>
            <a:off x="5265738" y="2632604"/>
            <a:ext cx="2082800" cy="1592262"/>
          </a:xfrm>
        </p:spPr>
        <p:txBody>
          <a:bodyPr/>
          <a:lstStyle/>
          <a:p>
            <a:endParaRPr lang="ru-RU"/>
          </a:p>
        </p:txBody>
      </p:sp>
      <p:sp>
        <p:nvSpPr>
          <p:cNvPr id="12" name="Рисунок 7"/>
          <p:cNvSpPr>
            <a:spLocks noGrp="1"/>
          </p:cNvSpPr>
          <p:nvPr>
            <p:ph type="pic" sz="quarter" idx="12"/>
          </p:nvPr>
        </p:nvSpPr>
        <p:spPr>
          <a:xfrm>
            <a:off x="5265738" y="4470134"/>
            <a:ext cx="2082800" cy="1592262"/>
          </a:xfrm>
        </p:spPr>
        <p:txBody>
          <a:bodyPr/>
          <a:lstStyle/>
          <a:p>
            <a:endParaRPr lang="ru-RU"/>
          </a:p>
        </p:txBody>
      </p:sp>
      <p:sp>
        <p:nvSpPr>
          <p:cNvPr id="13" name="Текст 2"/>
          <p:cNvSpPr>
            <a:spLocks noGrp="1"/>
          </p:cNvSpPr>
          <p:nvPr>
            <p:ph type="body" idx="1"/>
          </p:nvPr>
        </p:nvSpPr>
        <p:spPr>
          <a:xfrm>
            <a:off x="7594600" y="1016189"/>
            <a:ext cx="2743200" cy="738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2"/>
          <p:cNvSpPr>
            <a:spLocks noGrp="1"/>
          </p:cNvSpPr>
          <p:nvPr>
            <p:ph type="body" idx="13"/>
          </p:nvPr>
        </p:nvSpPr>
        <p:spPr>
          <a:xfrm>
            <a:off x="7594600" y="2834740"/>
            <a:ext cx="2743200" cy="738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2"/>
          <p:cNvSpPr>
            <a:spLocks noGrp="1"/>
          </p:cNvSpPr>
          <p:nvPr>
            <p:ph type="body" idx="14"/>
          </p:nvPr>
        </p:nvSpPr>
        <p:spPr>
          <a:xfrm>
            <a:off x="7594600" y="4682143"/>
            <a:ext cx="2743200" cy="738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Прямоугольник 15"/>
          <p:cNvSpPr/>
          <p:nvPr userDrawn="1"/>
        </p:nvSpPr>
        <p:spPr>
          <a:xfrm>
            <a:off x="11104592" y="5394464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/>
          <p:nvPr userDrawn="1"/>
        </p:nvSpPr>
        <p:spPr>
          <a:xfrm>
            <a:off x="10768579" y="6375107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/>
          <p:cNvSpPr/>
          <p:nvPr userDrawn="1"/>
        </p:nvSpPr>
        <p:spPr>
          <a:xfrm>
            <a:off x="4305129" y="4470134"/>
            <a:ext cx="595302" cy="6247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/>
          <p:cNvSpPr/>
          <p:nvPr userDrawn="1"/>
        </p:nvSpPr>
        <p:spPr>
          <a:xfrm>
            <a:off x="4715924" y="4276486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 userDrawn="1"/>
        </p:nvSpPr>
        <p:spPr>
          <a:xfrm>
            <a:off x="10509290" y="355847"/>
            <a:ext cx="595302" cy="6247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/>
          <p:cNvSpPr/>
          <p:nvPr userDrawn="1"/>
        </p:nvSpPr>
        <p:spPr>
          <a:xfrm>
            <a:off x="10939961" y="494552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/>
          <p:cNvSpPr/>
          <p:nvPr userDrawn="1"/>
        </p:nvSpPr>
        <p:spPr>
          <a:xfrm>
            <a:off x="11632096" y="1346594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рямоугольник 23"/>
          <p:cNvSpPr/>
          <p:nvPr userDrawn="1"/>
        </p:nvSpPr>
        <p:spPr>
          <a:xfrm>
            <a:off x="11643692" y="4987890"/>
            <a:ext cx="884321" cy="928135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494430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исунок 6"/>
          <p:cNvSpPr>
            <a:spLocks noGrp="1"/>
          </p:cNvSpPr>
          <p:nvPr>
            <p:ph type="pic" sz="quarter" idx="13"/>
          </p:nvPr>
        </p:nvSpPr>
        <p:spPr>
          <a:xfrm>
            <a:off x="-244699" y="-244699"/>
            <a:ext cx="12672812" cy="7405353"/>
          </a:xfr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16278" y="2795194"/>
            <a:ext cx="5950857" cy="1325563"/>
          </a:xfrm>
          <a:solidFill>
            <a:schemeClr val="accent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none"/>
        </p:style>
        <p:txBody>
          <a:bodyPr/>
          <a:lstStyle>
            <a:lvl1pPr algn="ctr"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453031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038600" y="365125"/>
            <a:ext cx="7315200" cy="1325563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038600" y="1825625"/>
            <a:ext cx="7315200" cy="435133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Рисунок 6"/>
          <p:cNvSpPr>
            <a:spLocks noGrp="1"/>
          </p:cNvSpPr>
          <p:nvPr>
            <p:ph type="pic" sz="quarter" idx="14"/>
          </p:nvPr>
        </p:nvSpPr>
        <p:spPr>
          <a:xfrm>
            <a:off x="251582" y="0"/>
            <a:ext cx="3493104" cy="6858000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110964" y="6176962"/>
            <a:ext cx="406878" cy="42703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658460" y="6047467"/>
            <a:ext cx="246763" cy="25898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10927317" y="193901"/>
            <a:ext cx="520538" cy="5463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1133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038600" y="365125"/>
            <a:ext cx="7315200" cy="1325563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038600" y="1973943"/>
            <a:ext cx="7315200" cy="58057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" name="Рисунок 6"/>
          <p:cNvSpPr>
            <a:spLocks noGrp="1"/>
          </p:cNvSpPr>
          <p:nvPr>
            <p:ph type="pic" sz="quarter" idx="14"/>
          </p:nvPr>
        </p:nvSpPr>
        <p:spPr>
          <a:xfrm>
            <a:off x="251582" y="0"/>
            <a:ext cx="3493104" cy="6858000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110964" y="6176962"/>
            <a:ext cx="406878" cy="42703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658460" y="6047467"/>
            <a:ext cx="246763" cy="25898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10927317" y="193901"/>
            <a:ext cx="520538" cy="5463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Объект 2"/>
          <p:cNvSpPr>
            <a:spLocks noGrp="1"/>
          </p:cNvSpPr>
          <p:nvPr>
            <p:ph idx="15"/>
          </p:nvPr>
        </p:nvSpPr>
        <p:spPr>
          <a:xfrm>
            <a:off x="4038600" y="2554514"/>
            <a:ext cx="7315200" cy="58057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Объект 2"/>
          <p:cNvSpPr>
            <a:spLocks noGrp="1"/>
          </p:cNvSpPr>
          <p:nvPr>
            <p:ph idx="16"/>
          </p:nvPr>
        </p:nvSpPr>
        <p:spPr>
          <a:xfrm>
            <a:off x="4038600" y="3534229"/>
            <a:ext cx="7315200" cy="58057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3" name="Объект 2"/>
          <p:cNvSpPr>
            <a:spLocks noGrp="1"/>
          </p:cNvSpPr>
          <p:nvPr>
            <p:ph idx="17"/>
          </p:nvPr>
        </p:nvSpPr>
        <p:spPr>
          <a:xfrm>
            <a:off x="4038600" y="4114800"/>
            <a:ext cx="7315200" cy="58057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Объект 2"/>
          <p:cNvSpPr>
            <a:spLocks noGrp="1"/>
          </p:cNvSpPr>
          <p:nvPr>
            <p:ph idx="18"/>
          </p:nvPr>
        </p:nvSpPr>
        <p:spPr>
          <a:xfrm>
            <a:off x="4038600" y="5116285"/>
            <a:ext cx="7315200" cy="58057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Объект 2"/>
          <p:cNvSpPr>
            <a:spLocks noGrp="1"/>
          </p:cNvSpPr>
          <p:nvPr>
            <p:ph idx="19"/>
          </p:nvPr>
        </p:nvSpPr>
        <p:spPr>
          <a:xfrm>
            <a:off x="4038600" y="5696856"/>
            <a:ext cx="7315200" cy="58057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950239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838200" y="2177143"/>
            <a:ext cx="4925785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6428015" y="2177143"/>
            <a:ext cx="4925785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2628864" y="1937433"/>
            <a:ext cx="1344456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8167484" y="1882894"/>
            <a:ext cx="1446845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Текст 2"/>
          <p:cNvSpPr>
            <a:spLocks noGrp="1"/>
          </p:cNvSpPr>
          <p:nvPr>
            <p:ph type="body" idx="1"/>
          </p:nvPr>
        </p:nvSpPr>
        <p:spPr>
          <a:xfrm>
            <a:off x="1094480" y="2846730"/>
            <a:ext cx="429918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1094480" y="3670642"/>
            <a:ext cx="4299187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7" name="Текст 2"/>
          <p:cNvSpPr>
            <a:spLocks noGrp="1"/>
          </p:cNvSpPr>
          <p:nvPr>
            <p:ph type="body" idx="10"/>
          </p:nvPr>
        </p:nvSpPr>
        <p:spPr>
          <a:xfrm>
            <a:off x="6682481" y="2846730"/>
            <a:ext cx="429918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1"/>
          </p:nvPr>
        </p:nvSpPr>
        <p:spPr>
          <a:xfrm>
            <a:off x="6682481" y="3670642"/>
            <a:ext cx="4299187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833927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838200" y="2177143"/>
            <a:ext cx="2979057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4606471" y="2177143"/>
            <a:ext cx="2979057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8374743" y="2177142"/>
            <a:ext cx="2979057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1747157" y="1937433"/>
            <a:ext cx="1161143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5515427" y="1882894"/>
            <a:ext cx="1161143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9283699" y="1882894"/>
            <a:ext cx="1161143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Текст 2"/>
          <p:cNvSpPr>
            <a:spLocks noGrp="1"/>
          </p:cNvSpPr>
          <p:nvPr>
            <p:ph type="body" idx="1"/>
          </p:nvPr>
        </p:nvSpPr>
        <p:spPr>
          <a:xfrm>
            <a:off x="1028474" y="2846730"/>
            <a:ext cx="2600098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1028474" y="3670642"/>
            <a:ext cx="2600098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7" name="Текст 2"/>
          <p:cNvSpPr>
            <a:spLocks noGrp="1"/>
          </p:cNvSpPr>
          <p:nvPr>
            <p:ph type="body" idx="10"/>
          </p:nvPr>
        </p:nvSpPr>
        <p:spPr>
          <a:xfrm>
            <a:off x="4794931" y="2846730"/>
            <a:ext cx="2600098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1"/>
          </p:nvPr>
        </p:nvSpPr>
        <p:spPr>
          <a:xfrm>
            <a:off x="4794931" y="3670642"/>
            <a:ext cx="2600098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9" name="Текст 2"/>
          <p:cNvSpPr>
            <a:spLocks noGrp="1"/>
          </p:cNvSpPr>
          <p:nvPr>
            <p:ph type="body" idx="12"/>
          </p:nvPr>
        </p:nvSpPr>
        <p:spPr>
          <a:xfrm>
            <a:off x="8561388" y="2843667"/>
            <a:ext cx="2600098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0" name="Объект 3"/>
          <p:cNvSpPr>
            <a:spLocks noGrp="1"/>
          </p:cNvSpPr>
          <p:nvPr>
            <p:ph sz="half" idx="13"/>
          </p:nvPr>
        </p:nvSpPr>
        <p:spPr>
          <a:xfrm>
            <a:off x="8561388" y="3667579"/>
            <a:ext cx="2600098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1658575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678542" y="2177143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3437617" y="2177143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6185879" y="2177142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1471385" y="1937433"/>
            <a:ext cx="1002918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4230459" y="1882894"/>
            <a:ext cx="1002918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6978721" y="1882894"/>
            <a:ext cx="1002918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Текст 2"/>
          <p:cNvSpPr>
            <a:spLocks noGrp="1"/>
          </p:cNvSpPr>
          <p:nvPr>
            <p:ph type="body" idx="1"/>
          </p:nvPr>
        </p:nvSpPr>
        <p:spPr>
          <a:xfrm>
            <a:off x="868816" y="2846730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868816" y="3670642"/>
            <a:ext cx="2245791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17" name="Текст 2"/>
          <p:cNvSpPr>
            <a:spLocks noGrp="1"/>
          </p:cNvSpPr>
          <p:nvPr>
            <p:ph type="body" idx="10"/>
          </p:nvPr>
        </p:nvSpPr>
        <p:spPr>
          <a:xfrm>
            <a:off x="3626077" y="2846730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1"/>
          </p:nvPr>
        </p:nvSpPr>
        <p:spPr>
          <a:xfrm>
            <a:off x="3626077" y="3670642"/>
            <a:ext cx="2245791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19" name="Текст 2"/>
          <p:cNvSpPr>
            <a:spLocks noGrp="1"/>
          </p:cNvSpPr>
          <p:nvPr>
            <p:ph type="body" idx="12"/>
          </p:nvPr>
        </p:nvSpPr>
        <p:spPr>
          <a:xfrm>
            <a:off x="6372524" y="2843667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0" name="Объект 3"/>
          <p:cNvSpPr>
            <a:spLocks noGrp="1"/>
          </p:cNvSpPr>
          <p:nvPr>
            <p:ph sz="half" idx="13"/>
          </p:nvPr>
        </p:nvSpPr>
        <p:spPr>
          <a:xfrm>
            <a:off x="6372524" y="3667579"/>
            <a:ext cx="2245791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21" name="Прямоугольник 20"/>
          <p:cNvSpPr/>
          <p:nvPr userDrawn="1"/>
        </p:nvSpPr>
        <p:spPr>
          <a:xfrm>
            <a:off x="8945635" y="2177142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/>
          <p:cNvSpPr/>
          <p:nvPr userDrawn="1"/>
        </p:nvSpPr>
        <p:spPr>
          <a:xfrm>
            <a:off x="9738477" y="1882894"/>
            <a:ext cx="1002918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Текст 2"/>
          <p:cNvSpPr>
            <a:spLocks noGrp="1"/>
          </p:cNvSpPr>
          <p:nvPr>
            <p:ph type="body" idx="14"/>
          </p:nvPr>
        </p:nvSpPr>
        <p:spPr>
          <a:xfrm>
            <a:off x="9132280" y="2843667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4" name="Объект 3"/>
          <p:cNvSpPr>
            <a:spLocks noGrp="1"/>
          </p:cNvSpPr>
          <p:nvPr>
            <p:ph sz="half" idx="15"/>
          </p:nvPr>
        </p:nvSpPr>
        <p:spPr>
          <a:xfrm>
            <a:off x="9132280" y="3667579"/>
            <a:ext cx="2245791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3949024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838200" y="2177143"/>
            <a:ext cx="4925785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568552"/>
            <a:ext cx="10515600" cy="1325563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6428015" y="2177143"/>
            <a:ext cx="4925785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Текст 2"/>
          <p:cNvSpPr>
            <a:spLocks noGrp="1"/>
          </p:cNvSpPr>
          <p:nvPr>
            <p:ph type="body" idx="1"/>
          </p:nvPr>
        </p:nvSpPr>
        <p:spPr>
          <a:xfrm>
            <a:off x="1094480" y="2360275"/>
            <a:ext cx="429918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1094480" y="3367320"/>
            <a:ext cx="4299187" cy="320765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7" name="Текст 2"/>
          <p:cNvSpPr>
            <a:spLocks noGrp="1"/>
          </p:cNvSpPr>
          <p:nvPr>
            <p:ph type="body" idx="10"/>
          </p:nvPr>
        </p:nvSpPr>
        <p:spPr>
          <a:xfrm>
            <a:off x="6682481" y="2360275"/>
            <a:ext cx="429918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1"/>
          </p:nvPr>
        </p:nvSpPr>
        <p:spPr>
          <a:xfrm>
            <a:off x="6682481" y="3367320"/>
            <a:ext cx="4299187" cy="320765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6478009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838200" y="2177143"/>
            <a:ext cx="2979057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565488"/>
            <a:ext cx="10515600" cy="1325563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4606471" y="2177143"/>
            <a:ext cx="2979057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8374743" y="2177142"/>
            <a:ext cx="2979057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Текст 2"/>
          <p:cNvSpPr>
            <a:spLocks noGrp="1"/>
          </p:cNvSpPr>
          <p:nvPr>
            <p:ph type="body" idx="1"/>
          </p:nvPr>
        </p:nvSpPr>
        <p:spPr>
          <a:xfrm>
            <a:off x="1028474" y="2180205"/>
            <a:ext cx="2600098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1028474" y="3167178"/>
            <a:ext cx="2600098" cy="340779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7" name="Текст 2"/>
          <p:cNvSpPr>
            <a:spLocks noGrp="1"/>
          </p:cNvSpPr>
          <p:nvPr>
            <p:ph type="body" idx="10"/>
          </p:nvPr>
        </p:nvSpPr>
        <p:spPr>
          <a:xfrm>
            <a:off x="4794931" y="2180205"/>
            <a:ext cx="2600098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1"/>
          </p:nvPr>
        </p:nvSpPr>
        <p:spPr>
          <a:xfrm>
            <a:off x="4794931" y="3167178"/>
            <a:ext cx="2600098" cy="340779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9" name="Текст 2"/>
          <p:cNvSpPr>
            <a:spLocks noGrp="1"/>
          </p:cNvSpPr>
          <p:nvPr>
            <p:ph type="body" idx="12"/>
          </p:nvPr>
        </p:nvSpPr>
        <p:spPr>
          <a:xfrm>
            <a:off x="8561388" y="2177142"/>
            <a:ext cx="2600098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0" name="Объект 3"/>
          <p:cNvSpPr>
            <a:spLocks noGrp="1"/>
          </p:cNvSpPr>
          <p:nvPr>
            <p:ph sz="half" idx="13"/>
          </p:nvPr>
        </p:nvSpPr>
        <p:spPr>
          <a:xfrm>
            <a:off x="8561388" y="3164115"/>
            <a:ext cx="2600098" cy="340779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9313311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678542" y="2177143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565488"/>
            <a:ext cx="10515600" cy="1325563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3437617" y="2177143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6185879" y="2177142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Текст 2"/>
          <p:cNvSpPr>
            <a:spLocks noGrp="1"/>
          </p:cNvSpPr>
          <p:nvPr>
            <p:ph type="body" idx="1"/>
          </p:nvPr>
        </p:nvSpPr>
        <p:spPr>
          <a:xfrm>
            <a:off x="868816" y="2287134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868816" y="3217976"/>
            <a:ext cx="2245791" cy="33569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17" name="Текст 2"/>
          <p:cNvSpPr>
            <a:spLocks noGrp="1"/>
          </p:cNvSpPr>
          <p:nvPr>
            <p:ph type="body" idx="10"/>
          </p:nvPr>
        </p:nvSpPr>
        <p:spPr>
          <a:xfrm>
            <a:off x="3626077" y="2287134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1"/>
          </p:nvPr>
        </p:nvSpPr>
        <p:spPr>
          <a:xfrm>
            <a:off x="3626077" y="3217976"/>
            <a:ext cx="2245791" cy="33569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19" name="Текст 2"/>
          <p:cNvSpPr>
            <a:spLocks noGrp="1"/>
          </p:cNvSpPr>
          <p:nvPr>
            <p:ph type="body" idx="12"/>
          </p:nvPr>
        </p:nvSpPr>
        <p:spPr>
          <a:xfrm>
            <a:off x="6372524" y="2284071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0" name="Объект 3"/>
          <p:cNvSpPr>
            <a:spLocks noGrp="1"/>
          </p:cNvSpPr>
          <p:nvPr>
            <p:ph sz="half" idx="13"/>
          </p:nvPr>
        </p:nvSpPr>
        <p:spPr>
          <a:xfrm>
            <a:off x="6372524" y="3214913"/>
            <a:ext cx="2245791" cy="33569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21" name="Прямоугольник 20"/>
          <p:cNvSpPr/>
          <p:nvPr userDrawn="1"/>
        </p:nvSpPr>
        <p:spPr>
          <a:xfrm>
            <a:off x="8945635" y="2177142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Текст 2"/>
          <p:cNvSpPr>
            <a:spLocks noGrp="1"/>
          </p:cNvSpPr>
          <p:nvPr>
            <p:ph type="body" idx="14"/>
          </p:nvPr>
        </p:nvSpPr>
        <p:spPr>
          <a:xfrm>
            <a:off x="9132280" y="2284071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4" name="Объект 3"/>
          <p:cNvSpPr>
            <a:spLocks noGrp="1"/>
          </p:cNvSpPr>
          <p:nvPr>
            <p:ph sz="half" idx="15"/>
          </p:nvPr>
        </p:nvSpPr>
        <p:spPr>
          <a:xfrm>
            <a:off x="9132280" y="3214913"/>
            <a:ext cx="2245791" cy="33569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396130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24531" y="524933"/>
            <a:ext cx="3650668" cy="2051579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7" name="Рисунок 6"/>
          <p:cNvSpPr>
            <a:spLocks noGrp="1"/>
          </p:cNvSpPr>
          <p:nvPr>
            <p:ph type="pic" sz="quarter" idx="13"/>
          </p:nvPr>
        </p:nvSpPr>
        <p:spPr>
          <a:xfrm>
            <a:off x="5360563" y="3037417"/>
            <a:ext cx="6831437" cy="3236383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6"/>
          <p:cNvSpPr>
            <a:spLocks noGrp="1"/>
          </p:cNvSpPr>
          <p:nvPr>
            <p:ph type="pic" sz="quarter" idx="14"/>
          </p:nvPr>
        </p:nvSpPr>
        <p:spPr>
          <a:xfrm>
            <a:off x="1122044" y="3037417"/>
            <a:ext cx="3873289" cy="3236383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0" y="0"/>
            <a:ext cx="1693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Рисунок 6"/>
          <p:cNvSpPr>
            <a:spLocks noGrp="1"/>
          </p:cNvSpPr>
          <p:nvPr>
            <p:ph type="pic" sz="quarter" idx="15"/>
          </p:nvPr>
        </p:nvSpPr>
        <p:spPr>
          <a:xfrm>
            <a:off x="5360562" y="0"/>
            <a:ext cx="6831437" cy="2699657"/>
          </a:xfrm>
          <a:noFill/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774313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>
            <a:off x="-1" y="0"/>
            <a:ext cx="61976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Объект 2"/>
          <p:cNvSpPr>
            <a:spLocks noGrp="1"/>
          </p:cNvSpPr>
          <p:nvPr>
            <p:ph idx="1"/>
          </p:nvPr>
        </p:nvSpPr>
        <p:spPr>
          <a:xfrm>
            <a:off x="6634617" y="992187"/>
            <a:ext cx="4991326" cy="4873625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3" name="Рисунок 12"/>
          <p:cNvSpPr>
            <a:spLocks noGrp="1"/>
          </p:cNvSpPr>
          <p:nvPr>
            <p:ph type="pic" sz="quarter" idx="10"/>
          </p:nvPr>
        </p:nvSpPr>
        <p:spPr>
          <a:xfrm>
            <a:off x="594180" y="696685"/>
            <a:ext cx="4907187" cy="5476647"/>
          </a:xfrm>
        </p:spPr>
        <p:txBody>
          <a:bodyPr/>
          <a:lstStyle/>
          <a:p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6473907" y="503916"/>
            <a:ext cx="520538" cy="5463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803B"/>
              </a:solidFill>
            </a:endParaRPr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7407233" y="195032"/>
            <a:ext cx="294303" cy="3088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803B"/>
              </a:solidFill>
            </a:endParaRPr>
          </a:p>
        </p:txBody>
      </p:sp>
      <p:sp>
        <p:nvSpPr>
          <p:cNvPr id="16" name="Прямоугольник 15"/>
          <p:cNvSpPr/>
          <p:nvPr userDrawn="1"/>
        </p:nvSpPr>
        <p:spPr>
          <a:xfrm>
            <a:off x="10143176" y="6173333"/>
            <a:ext cx="294303" cy="3088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803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63286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939800" y="1891051"/>
            <a:ext cx="2612571" cy="41365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803B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565488"/>
            <a:ext cx="10409916" cy="1325563"/>
          </a:xfrm>
        </p:spPr>
        <p:txBody>
          <a:bodyPr/>
          <a:lstStyle>
            <a:lvl1pPr algn="r"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4" name="Рисунок 3"/>
          <p:cNvSpPr>
            <a:spLocks noGrp="1"/>
          </p:cNvSpPr>
          <p:nvPr>
            <p:ph type="pic" sz="quarter" idx="10"/>
          </p:nvPr>
        </p:nvSpPr>
        <p:spPr>
          <a:xfrm>
            <a:off x="1247775" y="2195849"/>
            <a:ext cx="2613025" cy="4106863"/>
          </a:xfrm>
        </p:spPr>
        <p:txBody>
          <a:bodyPr/>
          <a:lstStyle/>
          <a:p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4633685" y="1891051"/>
            <a:ext cx="2612571" cy="41365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803B"/>
              </a:solidFill>
            </a:endParaRPr>
          </a:p>
        </p:txBody>
      </p:sp>
      <p:sp>
        <p:nvSpPr>
          <p:cNvPr id="21" name="Рисунок 3"/>
          <p:cNvSpPr>
            <a:spLocks noGrp="1"/>
          </p:cNvSpPr>
          <p:nvPr>
            <p:ph type="pic" sz="quarter" idx="11"/>
          </p:nvPr>
        </p:nvSpPr>
        <p:spPr>
          <a:xfrm>
            <a:off x="4941660" y="2195849"/>
            <a:ext cx="2613025" cy="4106863"/>
          </a:xfrm>
        </p:spPr>
        <p:txBody>
          <a:bodyPr/>
          <a:lstStyle/>
          <a:p>
            <a:endParaRPr lang="ru-RU"/>
          </a:p>
        </p:txBody>
      </p:sp>
      <p:sp>
        <p:nvSpPr>
          <p:cNvPr id="22" name="Прямоугольник 21"/>
          <p:cNvSpPr/>
          <p:nvPr userDrawn="1"/>
        </p:nvSpPr>
        <p:spPr>
          <a:xfrm>
            <a:off x="8327116" y="1929036"/>
            <a:ext cx="2612571" cy="41365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803B"/>
              </a:solidFill>
            </a:endParaRPr>
          </a:p>
        </p:txBody>
      </p:sp>
      <p:sp>
        <p:nvSpPr>
          <p:cNvPr id="23" name="Рисунок 3"/>
          <p:cNvSpPr>
            <a:spLocks noGrp="1"/>
          </p:cNvSpPr>
          <p:nvPr>
            <p:ph type="pic" sz="quarter" idx="12"/>
          </p:nvPr>
        </p:nvSpPr>
        <p:spPr>
          <a:xfrm>
            <a:off x="8635091" y="2233834"/>
            <a:ext cx="2613025" cy="4106863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00677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2074" y="2548392"/>
            <a:ext cx="3207656" cy="160020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4049487" y="-4764"/>
            <a:ext cx="8142514" cy="428647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Рисунок 9"/>
          <p:cNvSpPr>
            <a:spLocks noGrp="1"/>
          </p:cNvSpPr>
          <p:nvPr>
            <p:ph type="pic" sz="quarter" idx="10"/>
          </p:nvPr>
        </p:nvSpPr>
        <p:spPr>
          <a:xfrm>
            <a:off x="4049487" y="4281488"/>
            <a:ext cx="8142513" cy="2576512"/>
          </a:xfrm>
        </p:spPr>
        <p:txBody>
          <a:bodyPr/>
          <a:lstStyle/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323217" y="457200"/>
            <a:ext cx="7375297" cy="334554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11168742" y="3119766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11470177" y="2597497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10119109" y="3629977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360009" y="2521179"/>
            <a:ext cx="294303" cy="3088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57334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2074" y="1633770"/>
            <a:ext cx="3207656" cy="160020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4049487" y="-4764"/>
            <a:ext cx="8142514" cy="68627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11274054" y="5745962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11575489" y="5223693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10224421" y="6256173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327771" y="1389065"/>
            <a:ext cx="294303" cy="3088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 userDrawn="1"/>
        </p:nvSpPr>
        <p:spPr>
          <a:xfrm>
            <a:off x="4630057" y="1016000"/>
            <a:ext cx="6643997" cy="472996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Диаграмма 4"/>
          <p:cNvSpPr>
            <a:spLocks noGrp="1"/>
          </p:cNvSpPr>
          <p:nvPr>
            <p:ph type="chart" sz="quarter" idx="11"/>
          </p:nvPr>
        </p:nvSpPr>
        <p:spPr>
          <a:xfrm>
            <a:off x="4746625" y="1146175"/>
            <a:ext cx="6421438" cy="4398963"/>
          </a:xfrm>
        </p:spPr>
        <p:txBody>
          <a:bodyPr/>
          <a:lstStyle/>
          <a:p>
            <a:endParaRPr lang="ru-RU"/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622074" y="3478675"/>
            <a:ext cx="3207656" cy="174501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3375852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75666" y="840014"/>
            <a:ext cx="6455648" cy="1131796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10638972" y="5545139"/>
            <a:ext cx="1553028" cy="1325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474922" y="323744"/>
            <a:ext cx="294303" cy="3088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Диаграмма 4"/>
          <p:cNvSpPr>
            <a:spLocks noGrp="1"/>
          </p:cNvSpPr>
          <p:nvPr>
            <p:ph type="chart" sz="quarter" idx="11"/>
          </p:nvPr>
        </p:nvSpPr>
        <p:spPr>
          <a:xfrm>
            <a:off x="975666" y="2278742"/>
            <a:ext cx="10110039" cy="2959465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4" name="Рисунок 3"/>
          <p:cNvSpPr>
            <a:spLocks noGrp="1"/>
          </p:cNvSpPr>
          <p:nvPr>
            <p:ph type="pic" sz="quarter" idx="12"/>
          </p:nvPr>
        </p:nvSpPr>
        <p:spPr>
          <a:xfrm>
            <a:off x="0" y="5545138"/>
            <a:ext cx="10609263" cy="1312862"/>
          </a:xfrm>
        </p:spPr>
        <p:txBody>
          <a:bodyPr/>
          <a:lstStyle/>
          <a:p>
            <a:endParaRPr lang="ru-RU"/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975666" y="0"/>
            <a:ext cx="446735" cy="4688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493749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24531" y="524933"/>
            <a:ext cx="3650668" cy="2051579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Рисунок 6"/>
          <p:cNvSpPr>
            <a:spLocks noGrp="1"/>
          </p:cNvSpPr>
          <p:nvPr>
            <p:ph type="pic" sz="quarter" idx="14"/>
          </p:nvPr>
        </p:nvSpPr>
        <p:spPr>
          <a:xfrm>
            <a:off x="1337676" y="2993874"/>
            <a:ext cx="3618108" cy="2104571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0" y="2993874"/>
            <a:ext cx="1337676" cy="21045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Рисунок 6"/>
          <p:cNvSpPr>
            <a:spLocks noGrp="1"/>
          </p:cNvSpPr>
          <p:nvPr>
            <p:ph type="pic" sz="quarter" idx="15"/>
          </p:nvPr>
        </p:nvSpPr>
        <p:spPr>
          <a:xfrm>
            <a:off x="4955784" y="2993874"/>
            <a:ext cx="3618108" cy="2104571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12" name="Рисунок 6"/>
          <p:cNvSpPr>
            <a:spLocks noGrp="1"/>
          </p:cNvSpPr>
          <p:nvPr>
            <p:ph type="pic" sz="quarter" idx="16"/>
          </p:nvPr>
        </p:nvSpPr>
        <p:spPr>
          <a:xfrm>
            <a:off x="8573892" y="2993874"/>
            <a:ext cx="3618108" cy="2104571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13" name="Текст 2"/>
          <p:cNvSpPr>
            <a:spLocks noGrp="1"/>
          </p:cNvSpPr>
          <p:nvPr>
            <p:ph type="body" idx="1"/>
          </p:nvPr>
        </p:nvSpPr>
        <p:spPr>
          <a:xfrm>
            <a:off x="1775130" y="5326932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2"/>
          <p:cNvSpPr>
            <a:spLocks noGrp="1"/>
          </p:cNvSpPr>
          <p:nvPr>
            <p:ph type="body" idx="17"/>
          </p:nvPr>
        </p:nvSpPr>
        <p:spPr>
          <a:xfrm>
            <a:off x="5393238" y="5326932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2"/>
          <p:cNvSpPr>
            <a:spLocks noGrp="1"/>
          </p:cNvSpPr>
          <p:nvPr>
            <p:ph type="body" idx="18"/>
          </p:nvPr>
        </p:nvSpPr>
        <p:spPr>
          <a:xfrm>
            <a:off x="9011346" y="5326932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Прямоугольник 15"/>
          <p:cNvSpPr/>
          <p:nvPr userDrawn="1"/>
        </p:nvSpPr>
        <p:spPr>
          <a:xfrm>
            <a:off x="10972800" y="524932"/>
            <a:ext cx="462417" cy="4853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/>
          <p:nvPr userDrawn="1"/>
        </p:nvSpPr>
        <p:spPr>
          <a:xfrm>
            <a:off x="11587129" y="1117711"/>
            <a:ext cx="334834" cy="3514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/>
          <p:cNvSpPr/>
          <p:nvPr userDrawn="1"/>
        </p:nvSpPr>
        <p:spPr>
          <a:xfrm>
            <a:off x="1170259" y="5520313"/>
            <a:ext cx="334834" cy="3514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08440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>
            <a:off x="-1" y="1"/>
            <a:ext cx="7284812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Рисунок 12"/>
          <p:cNvSpPr>
            <a:spLocks noGrp="1"/>
          </p:cNvSpPr>
          <p:nvPr>
            <p:ph type="pic" sz="quarter" idx="10"/>
          </p:nvPr>
        </p:nvSpPr>
        <p:spPr>
          <a:xfrm>
            <a:off x="7284813" y="1"/>
            <a:ext cx="4907187" cy="2946400"/>
          </a:xfrm>
        </p:spPr>
        <p:txBody>
          <a:bodyPr/>
          <a:lstStyle/>
          <a:p>
            <a:endParaRPr lang="ru-RU"/>
          </a:p>
        </p:txBody>
      </p:sp>
      <p:sp>
        <p:nvSpPr>
          <p:cNvPr id="8" name="Рисунок 12"/>
          <p:cNvSpPr>
            <a:spLocks noGrp="1"/>
          </p:cNvSpPr>
          <p:nvPr>
            <p:ph type="pic" sz="quarter" idx="11"/>
          </p:nvPr>
        </p:nvSpPr>
        <p:spPr>
          <a:xfrm>
            <a:off x="7284812" y="2946401"/>
            <a:ext cx="4907187" cy="2452913"/>
          </a:xfrm>
        </p:spPr>
        <p:txBody>
          <a:bodyPr/>
          <a:lstStyle/>
          <a:p>
            <a:endParaRPr lang="ru-RU"/>
          </a:p>
        </p:txBody>
      </p:sp>
      <p:sp>
        <p:nvSpPr>
          <p:cNvPr id="12" name="Рисунок 12"/>
          <p:cNvSpPr>
            <a:spLocks noGrp="1"/>
          </p:cNvSpPr>
          <p:nvPr>
            <p:ph type="pic" sz="quarter" idx="12"/>
          </p:nvPr>
        </p:nvSpPr>
        <p:spPr>
          <a:xfrm>
            <a:off x="7284813" y="5399314"/>
            <a:ext cx="4907187" cy="1458686"/>
          </a:xfrm>
        </p:spPr>
        <p:txBody>
          <a:bodyPr/>
          <a:lstStyle/>
          <a:p>
            <a:endParaRPr lang="ru-RU"/>
          </a:p>
        </p:txBody>
      </p:sp>
      <p:sp>
        <p:nvSpPr>
          <p:cNvPr id="17" name="Объект 2"/>
          <p:cNvSpPr>
            <a:spLocks noGrp="1"/>
          </p:cNvSpPr>
          <p:nvPr>
            <p:ph idx="1"/>
          </p:nvPr>
        </p:nvSpPr>
        <p:spPr>
          <a:xfrm>
            <a:off x="596673" y="2061029"/>
            <a:ext cx="6079897" cy="4285797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8" name="Заголовок 1"/>
          <p:cNvSpPr>
            <a:spLocks noGrp="1"/>
          </p:cNvSpPr>
          <p:nvPr>
            <p:ph type="title"/>
          </p:nvPr>
        </p:nvSpPr>
        <p:spPr>
          <a:xfrm>
            <a:off x="596673" y="560009"/>
            <a:ext cx="5552039" cy="1202267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9" name="Прямоугольник 18"/>
          <p:cNvSpPr/>
          <p:nvPr userDrawn="1"/>
        </p:nvSpPr>
        <p:spPr>
          <a:xfrm rot="5400000">
            <a:off x="14680" y="5772209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/>
          <p:cNvSpPr/>
          <p:nvPr userDrawn="1"/>
        </p:nvSpPr>
        <p:spPr>
          <a:xfrm rot="5400000">
            <a:off x="857620" y="6057690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 userDrawn="1"/>
        </p:nvSpPr>
        <p:spPr>
          <a:xfrm rot="5400000">
            <a:off x="446550" y="4909127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88592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>
            <a:off x="10914742" y="0"/>
            <a:ext cx="1277257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0885488" cy="3468914"/>
          </a:xfrm>
        </p:spPr>
        <p:txBody>
          <a:bodyPr/>
          <a:lstStyle/>
          <a:p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1857828" y="3819676"/>
            <a:ext cx="653143" cy="6855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Текст 2"/>
          <p:cNvSpPr>
            <a:spLocks noGrp="1"/>
          </p:cNvSpPr>
          <p:nvPr>
            <p:ph type="body" idx="1"/>
          </p:nvPr>
        </p:nvSpPr>
        <p:spPr>
          <a:xfrm>
            <a:off x="812799" y="464476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3" name="Прямоугольник 22"/>
          <p:cNvSpPr/>
          <p:nvPr userDrawn="1"/>
        </p:nvSpPr>
        <p:spPr>
          <a:xfrm>
            <a:off x="5014684" y="3819676"/>
            <a:ext cx="653143" cy="6855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Текст 2"/>
          <p:cNvSpPr>
            <a:spLocks noGrp="1"/>
          </p:cNvSpPr>
          <p:nvPr>
            <p:ph type="body" idx="11"/>
          </p:nvPr>
        </p:nvSpPr>
        <p:spPr>
          <a:xfrm>
            <a:off x="3969655" y="464476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5" name="Прямоугольник 24"/>
          <p:cNvSpPr/>
          <p:nvPr userDrawn="1"/>
        </p:nvSpPr>
        <p:spPr>
          <a:xfrm>
            <a:off x="8171540" y="3819676"/>
            <a:ext cx="653143" cy="6855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Текст 2"/>
          <p:cNvSpPr>
            <a:spLocks noGrp="1"/>
          </p:cNvSpPr>
          <p:nvPr>
            <p:ph type="body" idx="12"/>
          </p:nvPr>
        </p:nvSpPr>
        <p:spPr>
          <a:xfrm>
            <a:off x="7126511" y="464476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86641037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Рисунок 12"/>
          <p:cNvSpPr>
            <a:spLocks noGrp="1"/>
          </p:cNvSpPr>
          <p:nvPr>
            <p:ph type="pic" sz="quarter" idx="10"/>
          </p:nvPr>
        </p:nvSpPr>
        <p:spPr>
          <a:xfrm>
            <a:off x="10733" y="2815771"/>
            <a:ext cx="1874895" cy="311940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18" name="Заголовок 1"/>
          <p:cNvSpPr>
            <a:spLocks noGrp="1"/>
          </p:cNvSpPr>
          <p:nvPr>
            <p:ph type="title"/>
          </p:nvPr>
        </p:nvSpPr>
        <p:spPr>
          <a:xfrm>
            <a:off x="596674" y="944010"/>
            <a:ext cx="4918756" cy="1202267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" name="Прямоугольник 1"/>
          <p:cNvSpPr/>
          <p:nvPr userDrawn="1"/>
        </p:nvSpPr>
        <p:spPr>
          <a:xfrm>
            <a:off x="5788813" y="0"/>
            <a:ext cx="5733143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Объект 2"/>
          <p:cNvSpPr>
            <a:spLocks noGrp="1"/>
          </p:cNvSpPr>
          <p:nvPr>
            <p:ph idx="1"/>
          </p:nvPr>
        </p:nvSpPr>
        <p:spPr>
          <a:xfrm>
            <a:off x="6096001" y="560009"/>
            <a:ext cx="5016820" cy="5782734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5" name="Рисунок 12"/>
          <p:cNvSpPr>
            <a:spLocks noGrp="1"/>
          </p:cNvSpPr>
          <p:nvPr>
            <p:ph type="pic" sz="quarter" idx="11"/>
          </p:nvPr>
        </p:nvSpPr>
        <p:spPr>
          <a:xfrm>
            <a:off x="1903979" y="2815771"/>
            <a:ext cx="1986803" cy="311940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16" name="Рисунок 12"/>
          <p:cNvSpPr>
            <a:spLocks noGrp="1"/>
          </p:cNvSpPr>
          <p:nvPr>
            <p:ph type="pic" sz="quarter" idx="12"/>
          </p:nvPr>
        </p:nvSpPr>
        <p:spPr>
          <a:xfrm>
            <a:off x="3902350" y="2815771"/>
            <a:ext cx="1874895" cy="3119408"/>
          </a:xfr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5017092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Рисунок 12"/>
          <p:cNvSpPr>
            <a:spLocks noGrp="1"/>
          </p:cNvSpPr>
          <p:nvPr>
            <p:ph type="pic" sz="quarter" idx="10"/>
          </p:nvPr>
        </p:nvSpPr>
        <p:spPr>
          <a:xfrm>
            <a:off x="5413829" y="0"/>
            <a:ext cx="6778171" cy="6857999"/>
          </a:xfrm>
        </p:spPr>
        <p:txBody>
          <a:bodyPr/>
          <a:lstStyle/>
          <a:p>
            <a:endParaRPr lang="ru-RU"/>
          </a:p>
        </p:txBody>
      </p:sp>
      <p:sp>
        <p:nvSpPr>
          <p:cNvPr id="11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4107542" y="1156202"/>
            <a:ext cx="3483429" cy="2023549"/>
          </a:xfrm>
          <a:solidFill>
            <a:schemeClr val="accent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none"/>
        </p:style>
        <p:txBody>
          <a:bodyPr>
            <a:normAutofit/>
          </a:bodyPr>
          <a:lstStyle>
            <a:lvl1pPr algn="ctr">
              <a:lnSpc>
                <a:spcPct val="100000"/>
              </a:lnSpc>
              <a:defRPr sz="2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sp>
        <p:nvSpPr>
          <p:cNvPr id="14" name="Заголовок 1"/>
          <p:cNvSpPr txBox="1">
            <a:spLocks/>
          </p:cNvSpPr>
          <p:nvPr userDrawn="1"/>
        </p:nvSpPr>
        <p:spPr>
          <a:xfrm>
            <a:off x="8122888" y="1156202"/>
            <a:ext cx="3483429" cy="2023549"/>
          </a:xfrm>
          <a:prstGeom prst="rect">
            <a:avLst/>
          </a:prstGeom>
          <a:solidFill>
            <a:schemeClr val="accent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none"/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lnSpc>
                <a:spcPct val="100000"/>
              </a:lnSpc>
            </a:pPr>
            <a:r>
              <a:rPr lang="ru-RU" sz="2400" dirty="0"/>
              <a:t>Образец </a:t>
            </a:r>
          </a:p>
          <a:p>
            <a:pPr>
              <a:lnSpc>
                <a:spcPct val="100000"/>
              </a:lnSpc>
            </a:pPr>
            <a:r>
              <a:rPr lang="ru-RU" sz="2400" dirty="0"/>
              <a:t>заголовка</a:t>
            </a:r>
          </a:p>
        </p:txBody>
      </p:sp>
      <p:sp>
        <p:nvSpPr>
          <p:cNvPr id="15" name="Заголовок 1"/>
          <p:cNvSpPr txBox="1">
            <a:spLocks/>
          </p:cNvSpPr>
          <p:nvPr userDrawn="1"/>
        </p:nvSpPr>
        <p:spPr>
          <a:xfrm>
            <a:off x="4107542" y="3776030"/>
            <a:ext cx="3483429" cy="2023549"/>
          </a:xfrm>
          <a:prstGeom prst="rect">
            <a:avLst/>
          </a:prstGeom>
          <a:solidFill>
            <a:schemeClr val="accent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none"/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lnSpc>
                <a:spcPct val="100000"/>
              </a:lnSpc>
            </a:pPr>
            <a:r>
              <a:rPr lang="ru-RU" sz="2400" dirty="0"/>
              <a:t>Образец </a:t>
            </a:r>
          </a:p>
          <a:p>
            <a:pPr>
              <a:lnSpc>
                <a:spcPct val="100000"/>
              </a:lnSpc>
            </a:pPr>
            <a:r>
              <a:rPr lang="ru-RU" sz="2400" dirty="0"/>
              <a:t>заголовка</a:t>
            </a:r>
          </a:p>
        </p:txBody>
      </p:sp>
      <p:sp>
        <p:nvSpPr>
          <p:cNvPr id="16" name="Заголовок 1"/>
          <p:cNvSpPr txBox="1">
            <a:spLocks/>
          </p:cNvSpPr>
          <p:nvPr userDrawn="1"/>
        </p:nvSpPr>
        <p:spPr>
          <a:xfrm>
            <a:off x="8122888" y="3776030"/>
            <a:ext cx="3483429" cy="2023549"/>
          </a:xfrm>
          <a:prstGeom prst="rect">
            <a:avLst/>
          </a:prstGeom>
          <a:solidFill>
            <a:schemeClr val="accent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none"/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lnSpc>
                <a:spcPct val="100000"/>
              </a:lnSpc>
            </a:pPr>
            <a:r>
              <a:rPr lang="ru-RU" sz="2400" dirty="0"/>
              <a:t>Образец </a:t>
            </a:r>
          </a:p>
          <a:p>
            <a:pPr>
              <a:lnSpc>
                <a:spcPct val="100000"/>
              </a:lnSpc>
            </a:pPr>
            <a:r>
              <a:rPr lang="ru-RU" sz="2400" dirty="0"/>
              <a:t>заголовка</a:t>
            </a:r>
          </a:p>
        </p:txBody>
      </p:sp>
      <p:sp>
        <p:nvSpPr>
          <p:cNvPr id="22" name="Заголовок 1"/>
          <p:cNvSpPr txBox="1">
            <a:spLocks/>
          </p:cNvSpPr>
          <p:nvPr userDrawn="1"/>
        </p:nvSpPr>
        <p:spPr>
          <a:xfrm>
            <a:off x="631045" y="2039934"/>
            <a:ext cx="3650668" cy="205157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32B824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dirty="0">
                <a:solidFill>
                  <a:schemeClr val="accent1"/>
                </a:solidFill>
              </a:rPr>
              <a:t>Образец заголовка</a:t>
            </a:r>
          </a:p>
        </p:txBody>
      </p:sp>
      <p:sp>
        <p:nvSpPr>
          <p:cNvPr id="23" name="Прямоугольник 22"/>
          <p:cNvSpPr/>
          <p:nvPr userDrawn="1"/>
        </p:nvSpPr>
        <p:spPr>
          <a:xfrm>
            <a:off x="2163105" y="6255898"/>
            <a:ext cx="573678" cy="6021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рямоугольник 23"/>
          <p:cNvSpPr/>
          <p:nvPr userDrawn="1"/>
        </p:nvSpPr>
        <p:spPr>
          <a:xfrm>
            <a:off x="415453" y="5799579"/>
            <a:ext cx="369013" cy="387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/>
          <p:cNvSpPr/>
          <p:nvPr userDrawn="1"/>
        </p:nvSpPr>
        <p:spPr>
          <a:xfrm>
            <a:off x="1746595" y="638413"/>
            <a:ext cx="235300" cy="2469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526643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>
            <a:off x="-2" y="0"/>
            <a:ext cx="121920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Заголовок 1"/>
          <p:cNvSpPr>
            <a:spLocks noGrp="1"/>
          </p:cNvSpPr>
          <p:nvPr>
            <p:ph type="title"/>
          </p:nvPr>
        </p:nvSpPr>
        <p:spPr>
          <a:xfrm>
            <a:off x="596673" y="560009"/>
            <a:ext cx="10884127" cy="1202267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9" name="Прямоугольник 18"/>
          <p:cNvSpPr/>
          <p:nvPr userDrawn="1"/>
        </p:nvSpPr>
        <p:spPr>
          <a:xfrm rot="5400000">
            <a:off x="14680" y="5960896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/>
          <p:cNvSpPr/>
          <p:nvPr userDrawn="1"/>
        </p:nvSpPr>
        <p:spPr>
          <a:xfrm rot="5400000">
            <a:off x="857620" y="6057691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 userDrawn="1"/>
        </p:nvSpPr>
        <p:spPr>
          <a:xfrm rot="5400000">
            <a:off x="113295" y="4662234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1504140" y="2451380"/>
            <a:ext cx="1959430" cy="20565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Текст 2"/>
          <p:cNvSpPr>
            <a:spLocks noGrp="1"/>
          </p:cNvSpPr>
          <p:nvPr>
            <p:ph type="body" idx="1"/>
          </p:nvPr>
        </p:nvSpPr>
        <p:spPr>
          <a:xfrm>
            <a:off x="1112255" y="464461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5168997" y="2451380"/>
            <a:ext cx="1959430" cy="20565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Текст 2"/>
          <p:cNvSpPr>
            <a:spLocks noGrp="1"/>
          </p:cNvSpPr>
          <p:nvPr>
            <p:ph type="body" idx="10"/>
          </p:nvPr>
        </p:nvSpPr>
        <p:spPr>
          <a:xfrm>
            <a:off x="4777112" y="464461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2" name="Прямоугольник 21"/>
          <p:cNvSpPr/>
          <p:nvPr userDrawn="1"/>
        </p:nvSpPr>
        <p:spPr>
          <a:xfrm>
            <a:off x="8833854" y="2451380"/>
            <a:ext cx="1959430" cy="20565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Текст 2"/>
          <p:cNvSpPr>
            <a:spLocks noGrp="1"/>
          </p:cNvSpPr>
          <p:nvPr>
            <p:ph type="body" idx="11"/>
          </p:nvPr>
        </p:nvSpPr>
        <p:spPr>
          <a:xfrm>
            <a:off x="8441969" y="464461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4" name="Прямоугольник 23"/>
          <p:cNvSpPr/>
          <p:nvPr userDrawn="1"/>
        </p:nvSpPr>
        <p:spPr>
          <a:xfrm rot="5400000">
            <a:off x="10477113" y="-36940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/>
          <p:cNvSpPr/>
          <p:nvPr userDrawn="1"/>
        </p:nvSpPr>
        <p:spPr>
          <a:xfrm rot="5400000">
            <a:off x="11344112" y="747801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168911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>
            <a:off x="-2" y="0"/>
            <a:ext cx="121920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Заголовок 1"/>
          <p:cNvSpPr>
            <a:spLocks noGrp="1"/>
          </p:cNvSpPr>
          <p:nvPr>
            <p:ph type="title"/>
          </p:nvPr>
        </p:nvSpPr>
        <p:spPr>
          <a:xfrm>
            <a:off x="596673" y="560009"/>
            <a:ext cx="10884127" cy="1202267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9" name="Прямоугольник 18"/>
          <p:cNvSpPr/>
          <p:nvPr userDrawn="1"/>
        </p:nvSpPr>
        <p:spPr>
          <a:xfrm rot="5400000">
            <a:off x="14680" y="5960896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/>
          <p:cNvSpPr/>
          <p:nvPr userDrawn="1"/>
        </p:nvSpPr>
        <p:spPr>
          <a:xfrm rot="5400000">
            <a:off x="857620" y="6057691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 userDrawn="1"/>
        </p:nvSpPr>
        <p:spPr>
          <a:xfrm rot="5400000">
            <a:off x="113295" y="4662234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Текст 2"/>
          <p:cNvSpPr>
            <a:spLocks noGrp="1"/>
          </p:cNvSpPr>
          <p:nvPr>
            <p:ph type="body" idx="1"/>
          </p:nvPr>
        </p:nvSpPr>
        <p:spPr>
          <a:xfrm>
            <a:off x="1112255" y="464461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2"/>
          <p:cNvSpPr>
            <a:spLocks noGrp="1"/>
          </p:cNvSpPr>
          <p:nvPr>
            <p:ph type="body" idx="10"/>
          </p:nvPr>
        </p:nvSpPr>
        <p:spPr>
          <a:xfrm>
            <a:off x="4777112" y="464461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3" name="Текст 2"/>
          <p:cNvSpPr>
            <a:spLocks noGrp="1"/>
          </p:cNvSpPr>
          <p:nvPr>
            <p:ph type="body" idx="11"/>
          </p:nvPr>
        </p:nvSpPr>
        <p:spPr>
          <a:xfrm>
            <a:off x="8441969" y="464461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4" name="Прямоугольник 23"/>
          <p:cNvSpPr/>
          <p:nvPr userDrawn="1"/>
        </p:nvSpPr>
        <p:spPr>
          <a:xfrm rot="5400000">
            <a:off x="10477113" y="-36940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/>
          <p:cNvSpPr/>
          <p:nvPr userDrawn="1"/>
        </p:nvSpPr>
        <p:spPr>
          <a:xfrm rot="5400000">
            <a:off x="11344112" y="747801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sz="quarter" idx="12"/>
          </p:nvPr>
        </p:nvSpPr>
        <p:spPr>
          <a:xfrm>
            <a:off x="1458330" y="2451100"/>
            <a:ext cx="2051050" cy="2057400"/>
          </a:xfrm>
        </p:spPr>
        <p:txBody>
          <a:bodyPr/>
          <a:lstStyle/>
          <a:p>
            <a:endParaRPr lang="ru-RU"/>
          </a:p>
        </p:txBody>
      </p:sp>
      <p:sp>
        <p:nvSpPr>
          <p:cNvPr id="17" name="Рисунок 2"/>
          <p:cNvSpPr>
            <a:spLocks noGrp="1"/>
          </p:cNvSpPr>
          <p:nvPr>
            <p:ph type="pic" sz="quarter" idx="13"/>
          </p:nvPr>
        </p:nvSpPr>
        <p:spPr>
          <a:xfrm>
            <a:off x="5123187" y="2451100"/>
            <a:ext cx="2051050" cy="2057400"/>
          </a:xfrm>
        </p:spPr>
        <p:txBody>
          <a:bodyPr/>
          <a:lstStyle/>
          <a:p>
            <a:endParaRPr lang="ru-RU"/>
          </a:p>
        </p:txBody>
      </p:sp>
      <p:sp>
        <p:nvSpPr>
          <p:cNvPr id="26" name="Рисунок 2"/>
          <p:cNvSpPr>
            <a:spLocks noGrp="1"/>
          </p:cNvSpPr>
          <p:nvPr>
            <p:ph type="pic" sz="quarter" idx="14"/>
          </p:nvPr>
        </p:nvSpPr>
        <p:spPr>
          <a:xfrm>
            <a:off x="8788044" y="2451100"/>
            <a:ext cx="2051050" cy="2057400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748138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Прямоугольник 26"/>
          <p:cNvSpPr/>
          <p:nvPr userDrawn="1"/>
        </p:nvSpPr>
        <p:spPr>
          <a:xfrm>
            <a:off x="8668543" y="2489162"/>
            <a:ext cx="2032001" cy="205380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/>
          <p:cNvSpPr/>
          <p:nvPr userDrawn="1"/>
        </p:nvSpPr>
        <p:spPr>
          <a:xfrm>
            <a:off x="5022735" y="2489162"/>
            <a:ext cx="2032001" cy="205380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1335314" y="2474647"/>
            <a:ext cx="2032001" cy="205380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Заголовок 1"/>
          <p:cNvSpPr>
            <a:spLocks noGrp="1"/>
          </p:cNvSpPr>
          <p:nvPr>
            <p:ph type="title"/>
          </p:nvPr>
        </p:nvSpPr>
        <p:spPr>
          <a:xfrm>
            <a:off x="596673" y="734181"/>
            <a:ext cx="10884127" cy="1202267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4" name="Текст 2"/>
          <p:cNvSpPr>
            <a:spLocks noGrp="1"/>
          </p:cNvSpPr>
          <p:nvPr>
            <p:ph type="body" idx="1"/>
          </p:nvPr>
        </p:nvSpPr>
        <p:spPr>
          <a:xfrm>
            <a:off x="1112255" y="4818782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2"/>
          <p:cNvSpPr>
            <a:spLocks noGrp="1"/>
          </p:cNvSpPr>
          <p:nvPr>
            <p:ph type="body" idx="10"/>
          </p:nvPr>
        </p:nvSpPr>
        <p:spPr>
          <a:xfrm>
            <a:off x="4777112" y="4818782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3" name="Текст 2"/>
          <p:cNvSpPr>
            <a:spLocks noGrp="1"/>
          </p:cNvSpPr>
          <p:nvPr>
            <p:ph type="body" idx="11"/>
          </p:nvPr>
        </p:nvSpPr>
        <p:spPr>
          <a:xfrm>
            <a:off x="8441969" y="4818782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sz="quarter" idx="12"/>
          </p:nvPr>
        </p:nvSpPr>
        <p:spPr>
          <a:xfrm>
            <a:off x="1458330" y="2625272"/>
            <a:ext cx="2051050" cy="2057400"/>
          </a:xfrm>
        </p:spPr>
        <p:txBody>
          <a:bodyPr/>
          <a:lstStyle/>
          <a:p>
            <a:endParaRPr lang="ru-RU"/>
          </a:p>
        </p:txBody>
      </p:sp>
      <p:sp>
        <p:nvSpPr>
          <p:cNvPr id="17" name="Рисунок 2"/>
          <p:cNvSpPr>
            <a:spLocks noGrp="1"/>
          </p:cNvSpPr>
          <p:nvPr>
            <p:ph type="pic" sz="quarter" idx="13"/>
          </p:nvPr>
        </p:nvSpPr>
        <p:spPr>
          <a:xfrm>
            <a:off x="5123187" y="2625272"/>
            <a:ext cx="2051050" cy="2057400"/>
          </a:xfrm>
        </p:spPr>
        <p:txBody>
          <a:bodyPr/>
          <a:lstStyle/>
          <a:p>
            <a:endParaRPr lang="ru-RU"/>
          </a:p>
        </p:txBody>
      </p:sp>
      <p:sp>
        <p:nvSpPr>
          <p:cNvPr id="26" name="Рисунок 2"/>
          <p:cNvSpPr>
            <a:spLocks noGrp="1"/>
          </p:cNvSpPr>
          <p:nvPr>
            <p:ph type="pic" sz="quarter" idx="14"/>
          </p:nvPr>
        </p:nvSpPr>
        <p:spPr>
          <a:xfrm>
            <a:off x="8788044" y="2625272"/>
            <a:ext cx="2051050" cy="2057400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671432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/>
          <p:cNvSpPr/>
          <p:nvPr userDrawn="1"/>
        </p:nvSpPr>
        <p:spPr>
          <a:xfrm>
            <a:off x="0" y="0"/>
            <a:ext cx="6110514" cy="34735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Текст 2"/>
          <p:cNvSpPr>
            <a:spLocks noGrp="1"/>
          </p:cNvSpPr>
          <p:nvPr>
            <p:ph type="body" idx="10"/>
          </p:nvPr>
        </p:nvSpPr>
        <p:spPr>
          <a:xfrm>
            <a:off x="471763" y="1931068"/>
            <a:ext cx="5166988" cy="610072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4" name="Рисунок 2"/>
          <p:cNvSpPr>
            <a:spLocks noGrp="1"/>
          </p:cNvSpPr>
          <p:nvPr>
            <p:ph type="pic" sz="quarter" idx="13"/>
          </p:nvPr>
        </p:nvSpPr>
        <p:spPr>
          <a:xfrm>
            <a:off x="6110514" y="0"/>
            <a:ext cx="6081486" cy="3473599"/>
          </a:xfrm>
        </p:spPr>
        <p:txBody>
          <a:bodyPr/>
          <a:lstStyle/>
          <a:p>
            <a:endParaRPr lang="ru-RU"/>
          </a:p>
        </p:txBody>
      </p:sp>
      <p:sp>
        <p:nvSpPr>
          <p:cNvPr id="25" name="Рисунок 2"/>
          <p:cNvSpPr>
            <a:spLocks noGrp="1"/>
          </p:cNvSpPr>
          <p:nvPr>
            <p:ph type="pic" sz="quarter" idx="14"/>
          </p:nvPr>
        </p:nvSpPr>
        <p:spPr>
          <a:xfrm>
            <a:off x="0" y="3473599"/>
            <a:ext cx="6110514" cy="3473599"/>
          </a:xfrm>
        </p:spPr>
        <p:txBody>
          <a:bodyPr/>
          <a:lstStyle/>
          <a:p>
            <a:endParaRPr lang="ru-RU"/>
          </a:p>
        </p:txBody>
      </p:sp>
      <p:sp>
        <p:nvSpPr>
          <p:cNvPr id="28" name="Прямоугольник 27"/>
          <p:cNvSpPr/>
          <p:nvPr userDrawn="1"/>
        </p:nvSpPr>
        <p:spPr>
          <a:xfrm>
            <a:off x="6110514" y="3473599"/>
            <a:ext cx="6110514" cy="34735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Текст 2"/>
          <p:cNvSpPr>
            <a:spLocks noGrp="1"/>
          </p:cNvSpPr>
          <p:nvPr>
            <p:ph type="body" idx="15" hasCustomPrompt="1"/>
          </p:nvPr>
        </p:nvSpPr>
        <p:spPr>
          <a:xfrm>
            <a:off x="471763" y="998612"/>
            <a:ext cx="5166988" cy="73818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66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31" name="Текст 2"/>
          <p:cNvSpPr>
            <a:spLocks noGrp="1"/>
          </p:cNvSpPr>
          <p:nvPr>
            <p:ph type="body" idx="16"/>
          </p:nvPr>
        </p:nvSpPr>
        <p:spPr>
          <a:xfrm>
            <a:off x="6582277" y="5371590"/>
            <a:ext cx="5166988" cy="610072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2" name="Текст 2"/>
          <p:cNvSpPr>
            <a:spLocks noGrp="1"/>
          </p:cNvSpPr>
          <p:nvPr>
            <p:ph type="body" idx="17" hasCustomPrompt="1"/>
          </p:nvPr>
        </p:nvSpPr>
        <p:spPr>
          <a:xfrm>
            <a:off x="6582277" y="4439134"/>
            <a:ext cx="5166988" cy="73818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66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число</a:t>
            </a:r>
          </a:p>
        </p:txBody>
      </p:sp>
    </p:spTree>
    <p:extLst>
      <p:ext uri="{BB962C8B-B14F-4D97-AF65-F5344CB8AC3E}">
        <p14:creationId xmlns:p14="http://schemas.microsoft.com/office/powerpoint/2010/main" val="340747135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8915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393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8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1190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accent1"/>
                </a:solidFill>
              </a:defRPr>
            </a:lvl1pPr>
          </a:lstStyle>
          <a:p>
            <a:fld id="{F5179A5D-2E1E-4122-8255-844A0375AB5C}" type="datetimeFigureOut">
              <a:rPr lang="ru-RU" smtClean="0"/>
              <a:pPr/>
              <a:t>14.01.2026</a:t>
            </a:fld>
            <a:endParaRPr lang="ru-RU" dirty="0"/>
          </a:p>
        </p:txBody>
      </p:sp>
      <p:sp>
        <p:nvSpPr>
          <p:cNvPr id="9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904049" y="631190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accent1"/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476049" y="631190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accent1"/>
                </a:solidFill>
              </a:defRPr>
            </a:lvl1pPr>
          </a:lstStyle>
          <a:p>
            <a:fld id="{D939E064-4929-463C-BE93-599F78C1F97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2952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1" r:id="rId2"/>
    <p:sldLayoutId id="2147483660" r:id="rId3"/>
    <p:sldLayoutId id="2147483655" r:id="rId4"/>
    <p:sldLayoutId id="2147483651" r:id="rId5"/>
    <p:sldLayoutId id="2147483661" r:id="rId6"/>
    <p:sldLayoutId id="2147483654" r:id="rId7"/>
    <p:sldLayoutId id="2147483650" r:id="rId8"/>
    <p:sldLayoutId id="2147483679" r:id="rId9"/>
    <p:sldLayoutId id="2147483663" r:id="rId10"/>
    <p:sldLayoutId id="2147483652" r:id="rId11"/>
    <p:sldLayoutId id="2147483662" r:id="rId12"/>
    <p:sldLayoutId id="2147483664" r:id="rId13"/>
    <p:sldLayoutId id="2147483665" r:id="rId14"/>
    <p:sldLayoutId id="2147483666" r:id="rId15"/>
    <p:sldLayoutId id="2147483667" r:id="rId16"/>
    <p:sldLayoutId id="2147483653" r:id="rId17"/>
    <p:sldLayoutId id="2147483668" r:id="rId18"/>
    <p:sldLayoutId id="2147483656" r:id="rId19"/>
    <p:sldLayoutId id="2147483669" r:id="rId20"/>
    <p:sldLayoutId id="2147483674" r:id="rId21"/>
    <p:sldLayoutId id="2147483670" r:id="rId22"/>
    <p:sldLayoutId id="2147483671" r:id="rId23"/>
    <p:sldLayoutId id="2147483672" r:id="rId24"/>
    <p:sldLayoutId id="2147483673" r:id="rId25"/>
    <p:sldLayoutId id="2147483675" r:id="rId26"/>
    <p:sldLayoutId id="2147483676" r:id="rId27"/>
    <p:sldLayoutId id="2147483677" r:id="rId28"/>
    <p:sldLayoutId id="2147483678" r:id="rId29"/>
    <p:sldLayoutId id="2147483680" r:id="rId30"/>
    <p:sldLayoutId id="2147483657" r:id="rId3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ru-RU" sz="4000" b="1" dirty="0"/>
              <a:t>Учёт сотрудников предприятия.</a:t>
            </a:r>
            <a:br>
              <a:rPr lang="ru-RU" sz="4000" b="1" dirty="0"/>
            </a:br>
            <a:r>
              <a:rPr lang="ru-RU" sz="4000" b="1" dirty="0"/>
              <a:t>Разработка программного решения для автоматизации кадрового учёта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Витухина Анастасия Михайловна, Ит-7</a:t>
            </a:r>
          </a:p>
        </p:txBody>
      </p:sp>
    </p:spTree>
    <p:extLst>
      <p:ext uri="{BB962C8B-B14F-4D97-AF65-F5344CB8AC3E}">
        <p14:creationId xmlns:p14="http://schemas.microsoft.com/office/powerpoint/2010/main" val="22401608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sz="quarter" idx="13"/>
          </p:nvPr>
        </p:nvSpPr>
        <p:spPr>
          <a:xfrm>
            <a:off x="568411" y="1820562"/>
            <a:ext cx="11310551" cy="462966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sz="3500" b="1" dirty="0"/>
              <a:t>Цель проекта</a:t>
            </a:r>
            <a:r>
              <a:rPr lang="en-US" sz="3500" b="1" dirty="0"/>
              <a:t>:</a:t>
            </a:r>
            <a:br>
              <a:rPr lang="ru-RU" sz="3500" dirty="0"/>
            </a:br>
            <a:r>
              <a:rPr lang="ru-RU" sz="3500" dirty="0"/>
              <a:t>Разработка программы для управления базой данных сотрудников с формированием отчётов</a:t>
            </a:r>
          </a:p>
          <a:p>
            <a:pPr marL="0" indent="0">
              <a:buNone/>
            </a:pPr>
            <a:r>
              <a:rPr lang="ru-RU" sz="3500" b="1" dirty="0"/>
              <a:t>Основные требования:</a:t>
            </a:r>
            <a:endParaRPr lang="ru-RU" sz="3500" dirty="0"/>
          </a:p>
          <a:p>
            <a:r>
              <a:rPr lang="ru-RU" sz="3500" dirty="0"/>
              <a:t>Хранение данных о 25+ сотрудниках</a:t>
            </a:r>
          </a:p>
          <a:p>
            <a:r>
              <a:rPr lang="ru-RU" sz="3500" dirty="0"/>
              <a:t>Функции добавления, редактирования, удаления записей</a:t>
            </a:r>
          </a:p>
          <a:p>
            <a:r>
              <a:rPr lang="ru-RU" sz="3500" dirty="0"/>
              <a:t>Формирование 3 видов отчётов с сортировкой слиянием</a:t>
            </a:r>
          </a:p>
          <a:p>
            <a:r>
              <a:rPr lang="ru-RU" sz="3500" dirty="0"/>
              <a:t>Защита от некорректного ввода данных</a:t>
            </a:r>
          </a:p>
          <a:p>
            <a:r>
              <a:rPr lang="ru-RU" sz="3500" dirty="0"/>
              <a:t>Удобный пользовательский интерфейс</a:t>
            </a:r>
          </a:p>
          <a:p>
            <a:pPr marL="0" indent="0">
              <a:lnSpc>
                <a:spcPct val="120000"/>
              </a:lnSpc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217138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2789492-842E-5D69-5D10-E46AB9DBB9AE}"/>
              </a:ext>
            </a:extLst>
          </p:cNvPr>
          <p:cNvSpPr txBox="1"/>
          <p:nvPr/>
        </p:nvSpPr>
        <p:spPr>
          <a:xfrm>
            <a:off x="395416" y="211815"/>
            <a:ext cx="10650631" cy="12374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/>
              <a:t>Организация данных.</a:t>
            </a:r>
          </a:p>
          <a:p>
            <a:r>
              <a:rPr lang="ru-RU" sz="2400" b="1" dirty="0"/>
              <a:t>Модель данных сотрудника.</a:t>
            </a:r>
          </a:p>
          <a:p>
            <a:r>
              <a:rPr lang="ru-RU" sz="2400" b="1" dirty="0"/>
              <a:t>Каждый сотрудник представлен как объект со следующими атрибутами: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3660720-AA21-FDCE-EA04-19BD4B89EB46}"/>
              </a:ext>
            </a:extLst>
          </p:cNvPr>
          <p:cNvSpPr/>
          <p:nvPr/>
        </p:nvSpPr>
        <p:spPr>
          <a:xfrm>
            <a:off x="3393989" y="1621657"/>
            <a:ext cx="5750011" cy="4942703"/>
          </a:xfrm>
          <a:prstGeom prst="rect">
            <a:avLst/>
          </a:prstGeom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 </a:t>
            </a:r>
          </a:p>
        </p:txBody>
      </p: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BC4547CA-D5F7-E7DA-FA82-DF17655D59FF}"/>
              </a:ext>
            </a:extLst>
          </p:cNvPr>
          <p:cNvCxnSpPr/>
          <p:nvPr/>
        </p:nvCxnSpPr>
        <p:spPr>
          <a:xfrm>
            <a:off x="3393989" y="2042984"/>
            <a:ext cx="5750011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BE17727-BFB0-77B7-3BE8-2308114BE623}"/>
              </a:ext>
            </a:extLst>
          </p:cNvPr>
          <p:cNvSpPr txBox="1"/>
          <p:nvPr/>
        </p:nvSpPr>
        <p:spPr>
          <a:xfrm>
            <a:off x="5033319" y="1647655"/>
            <a:ext cx="32621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 </a:t>
            </a:r>
            <a:r>
              <a:rPr lang="ru-RU" b="1" dirty="0"/>
              <a:t>ОБЪЕКТ "СОТРУДНИК</a:t>
            </a:r>
            <a:r>
              <a:rPr lang="ru-RU" dirty="0"/>
              <a:t>"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A22EA44-CAF9-0731-15E4-A66097F1DF0F}"/>
              </a:ext>
            </a:extLst>
          </p:cNvPr>
          <p:cNvSpPr txBox="1"/>
          <p:nvPr/>
        </p:nvSpPr>
        <p:spPr>
          <a:xfrm>
            <a:off x="3616410" y="2144675"/>
            <a:ext cx="60960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ЛИЧНЫЕ ДАННЫЕ:                      </a:t>
            </a:r>
          </a:p>
          <a:p>
            <a:r>
              <a:rPr lang="ru-RU" b="1" dirty="0"/>
              <a:t> </a:t>
            </a:r>
            <a:r>
              <a:rPr lang="ru-RU" dirty="0"/>
              <a:t>• Фамилия (текст, русские буквы)    </a:t>
            </a:r>
          </a:p>
          <a:p>
            <a:r>
              <a:rPr lang="ru-RU" dirty="0"/>
              <a:t> • Имя (текст, русские буквы)        </a:t>
            </a:r>
          </a:p>
          <a:p>
            <a:r>
              <a:rPr lang="ru-RU" b="1" dirty="0"/>
              <a:t> • </a:t>
            </a:r>
            <a:r>
              <a:rPr lang="ru-RU" dirty="0"/>
              <a:t>Отчество (текст, русские буквы)   </a:t>
            </a:r>
          </a:p>
          <a:p>
            <a:r>
              <a:rPr lang="ru-RU" b="1" dirty="0"/>
              <a:t>                                     </a:t>
            </a:r>
          </a:p>
          <a:p>
            <a:r>
              <a:rPr lang="ru-RU" b="1" dirty="0"/>
              <a:t> ДАТА РОЖДЕНИЯ:                      </a:t>
            </a:r>
          </a:p>
          <a:p>
            <a:r>
              <a:rPr lang="ru-RU" b="1" dirty="0"/>
              <a:t> </a:t>
            </a:r>
            <a:r>
              <a:rPr lang="ru-RU" dirty="0"/>
              <a:t>• Год (число, 1900-2023)            </a:t>
            </a:r>
          </a:p>
          <a:p>
            <a:r>
              <a:rPr lang="ru-RU" dirty="0"/>
              <a:t> • Месяц (число, 1-12)               </a:t>
            </a:r>
          </a:p>
          <a:p>
            <a:r>
              <a:rPr lang="ru-RU" dirty="0"/>
              <a:t> • День (число, 1-31)                </a:t>
            </a:r>
          </a:p>
          <a:p>
            <a:r>
              <a:rPr lang="ru-RU" b="1" dirty="0"/>
              <a:t>                                     </a:t>
            </a:r>
          </a:p>
          <a:p>
            <a:r>
              <a:rPr lang="ru-RU" b="1" dirty="0"/>
              <a:t> РАБОЧАЯ ИНФОРМАЦИЯ:                 </a:t>
            </a:r>
          </a:p>
          <a:p>
            <a:r>
              <a:rPr lang="ru-RU" b="1" dirty="0"/>
              <a:t> </a:t>
            </a:r>
            <a:r>
              <a:rPr lang="ru-RU" dirty="0"/>
              <a:t>• Отдел (текст, русские буквы)      </a:t>
            </a:r>
          </a:p>
          <a:p>
            <a:r>
              <a:rPr lang="ru-RU" dirty="0"/>
              <a:t> • Должность (текст, русские буквы)  </a:t>
            </a:r>
          </a:p>
          <a:p>
            <a:r>
              <a:rPr lang="ru-RU" dirty="0"/>
              <a:t> • Оклад (число, &gt; 0)                </a:t>
            </a:r>
          </a:p>
          <a:p>
            <a:r>
              <a:rPr lang="ru-RU" dirty="0"/>
              <a:t> • Стаж (число, 0-60 лет) </a:t>
            </a:r>
          </a:p>
        </p:txBody>
      </p:sp>
    </p:spTree>
    <p:extLst>
      <p:ext uri="{BB962C8B-B14F-4D97-AF65-F5344CB8AC3E}">
        <p14:creationId xmlns:p14="http://schemas.microsoft.com/office/powerpoint/2010/main" val="3226737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507BA-D3BE-9E88-D85F-E47A1741B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D590EEB-4BAD-0387-8FA1-03B14214AAC9}"/>
              </a:ext>
            </a:extLst>
          </p:cNvPr>
          <p:cNvSpPr txBox="1"/>
          <p:nvPr/>
        </p:nvSpPr>
        <p:spPr>
          <a:xfrm>
            <a:off x="568411" y="631566"/>
            <a:ext cx="765295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b="1" dirty="0">
                <a:solidFill>
                  <a:schemeClr val="bg1"/>
                </a:solidFill>
              </a:rPr>
              <a:t>Архитектура программы</a:t>
            </a:r>
            <a:r>
              <a:rPr lang="en-US" sz="4400" b="1" dirty="0">
                <a:solidFill>
                  <a:schemeClr val="bg1"/>
                </a:solidFill>
              </a:rPr>
              <a:t>:</a:t>
            </a:r>
            <a:endParaRPr lang="ru-RU" sz="4400" b="1" dirty="0">
              <a:solidFill>
                <a:schemeClr val="bg1"/>
              </a:solidFill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51B1CB0-48E5-7711-DAB7-5A962B64BD68}"/>
              </a:ext>
            </a:extLst>
          </p:cNvPr>
          <p:cNvSpPr/>
          <p:nvPr/>
        </p:nvSpPr>
        <p:spPr>
          <a:xfrm>
            <a:off x="4217773" y="1779373"/>
            <a:ext cx="3756451" cy="110897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74AF6D67-524A-5F8E-17E5-7A462EDF4CFD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6095999" y="2888351"/>
            <a:ext cx="1" cy="69033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17F88AD4-A065-605C-D86D-543EEEB4F872}"/>
              </a:ext>
            </a:extLst>
          </p:cNvPr>
          <p:cNvCxnSpPr/>
          <p:nvPr/>
        </p:nvCxnSpPr>
        <p:spPr>
          <a:xfrm>
            <a:off x="4217773" y="2957384"/>
            <a:ext cx="3756454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C919521F-EEB9-FA69-ADB8-E774EBF7128A}"/>
              </a:ext>
            </a:extLst>
          </p:cNvPr>
          <p:cNvCxnSpPr/>
          <p:nvPr/>
        </p:nvCxnSpPr>
        <p:spPr>
          <a:xfrm>
            <a:off x="4217773" y="2957384"/>
            <a:ext cx="0" cy="47161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2B10C5C7-1455-1744-0365-AC837B86CCEE}"/>
              </a:ext>
            </a:extLst>
          </p:cNvPr>
          <p:cNvCxnSpPr/>
          <p:nvPr/>
        </p:nvCxnSpPr>
        <p:spPr>
          <a:xfrm>
            <a:off x="6096000" y="2957384"/>
            <a:ext cx="0" cy="47161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8DBC33F4-9093-F195-8607-36D2CB150022}"/>
              </a:ext>
            </a:extLst>
          </p:cNvPr>
          <p:cNvCxnSpPr/>
          <p:nvPr/>
        </p:nvCxnSpPr>
        <p:spPr>
          <a:xfrm>
            <a:off x="7974227" y="2957384"/>
            <a:ext cx="0" cy="47161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A212508F-F513-FE57-B71E-D61B737BA7A6}"/>
              </a:ext>
            </a:extLst>
          </p:cNvPr>
          <p:cNvSpPr/>
          <p:nvPr/>
        </p:nvSpPr>
        <p:spPr>
          <a:xfrm>
            <a:off x="3604066" y="3429000"/>
            <a:ext cx="1227413" cy="10935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3826497A-0CCB-8B1D-2944-E55AC46A4912}"/>
              </a:ext>
            </a:extLst>
          </p:cNvPr>
          <p:cNvSpPr/>
          <p:nvPr/>
        </p:nvSpPr>
        <p:spPr>
          <a:xfrm>
            <a:off x="7360520" y="3445474"/>
            <a:ext cx="1227413" cy="10935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CE76338F-7A4A-6409-9036-8DE2DB47F208}"/>
              </a:ext>
            </a:extLst>
          </p:cNvPr>
          <p:cNvSpPr/>
          <p:nvPr/>
        </p:nvSpPr>
        <p:spPr>
          <a:xfrm>
            <a:off x="5482293" y="3429000"/>
            <a:ext cx="1227413" cy="10935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3" name="Прямая со стрелкой 22">
            <a:extLst>
              <a:ext uri="{FF2B5EF4-FFF2-40B4-BE49-F238E27FC236}">
                <a16:creationId xmlns:a16="http://schemas.microsoft.com/office/drawing/2014/main" id="{E7EE6BD2-4B3D-1CF2-6BE1-F827B51BE00D}"/>
              </a:ext>
            </a:extLst>
          </p:cNvPr>
          <p:cNvCxnSpPr>
            <a:cxnSpLocks/>
            <a:stCxn id="19" idx="2"/>
            <a:endCxn id="36" idx="0"/>
          </p:cNvCxnSpPr>
          <p:nvPr/>
        </p:nvCxnSpPr>
        <p:spPr>
          <a:xfrm>
            <a:off x="4217773" y="4522571"/>
            <a:ext cx="1874112" cy="45862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 стрелкой 23">
            <a:extLst>
              <a:ext uri="{FF2B5EF4-FFF2-40B4-BE49-F238E27FC236}">
                <a16:creationId xmlns:a16="http://schemas.microsoft.com/office/drawing/2014/main" id="{F0AD22F4-0DAD-C247-6C4E-06FD8CF1F62C}"/>
              </a:ext>
            </a:extLst>
          </p:cNvPr>
          <p:cNvCxnSpPr/>
          <p:nvPr/>
        </p:nvCxnSpPr>
        <p:spPr>
          <a:xfrm flipH="1">
            <a:off x="6095997" y="4508152"/>
            <a:ext cx="1" cy="48603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 стрелкой 24">
            <a:extLst>
              <a:ext uri="{FF2B5EF4-FFF2-40B4-BE49-F238E27FC236}">
                <a16:creationId xmlns:a16="http://schemas.microsoft.com/office/drawing/2014/main" id="{9988FF8F-C633-BEF5-6F04-698701CEA7D1}"/>
              </a:ext>
            </a:extLst>
          </p:cNvPr>
          <p:cNvCxnSpPr>
            <a:cxnSpLocks/>
            <a:endCxn id="36" idx="0"/>
          </p:cNvCxnSpPr>
          <p:nvPr/>
        </p:nvCxnSpPr>
        <p:spPr>
          <a:xfrm flipH="1">
            <a:off x="6091885" y="4539045"/>
            <a:ext cx="1882340" cy="44214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DA8C757-18B4-591C-2A67-CDF4FD18A892}"/>
              </a:ext>
            </a:extLst>
          </p:cNvPr>
          <p:cNvSpPr txBox="1"/>
          <p:nvPr/>
        </p:nvSpPr>
        <p:spPr>
          <a:xfrm>
            <a:off x="4394886" y="1801096"/>
            <a:ext cx="320932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b="1" dirty="0">
                <a:solidFill>
                  <a:schemeClr val="bg1"/>
                </a:solidFill>
              </a:rPr>
              <a:t> </a:t>
            </a:r>
            <a:r>
              <a:rPr lang="af-ZA" sz="2000" b="1" dirty="0">
                <a:solidFill>
                  <a:schemeClr val="bg1"/>
                </a:solidFill>
              </a:rPr>
              <a:t>main.py              </a:t>
            </a:r>
            <a:endParaRPr lang="ru-RU" sz="2000" b="1" dirty="0">
              <a:solidFill>
                <a:schemeClr val="bg1"/>
              </a:solidFill>
            </a:endParaRPr>
          </a:p>
          <a:p>
            <a:pPr algn="ctr"/>
            <a:r>
              <a:rPr lang="ru-RU" sz="2000" b="1" dirty="0">
                <a:solidFill>
                  <a:schemeClr val="bg1"/>
                </a:solidFill>
              </a:rPr>
              <a:t> Запуск программы</a:t>
            </a:r>
            <a:endParaRPr lang="en-GB" sz="2000" b="1" dirty="0">
              <a:solidFill>
                <a:schemeClr val="bg1"/>
              </a:solidFill>
            </a:endParaRPr>
          </a:p>
          <a:p>
            <a:pPr algn="ctr"/>
            <a:r>
              <a:rPr lang="ru-RU" sz="2000" b="1" dirty="0">
                <a:solidFill>
                  <a:schemeClr val="bg1"/>
                </a:solidFill>
              </a:rPr>
              <a:t>Координация модулей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C8EE1CB-2EBF-5095-9574-C92EF06F4522}"/>
              </a:ext>
            </a:extLst>
          </p:cNvPr>
          <p:cNvSpPr txBox="1"/>
          <p:nvPr/>
        </p:nvSpPr>
        <p:spPr>
          <a:xfrm>
            <a:off x="3589622" y="3461827"/>
            <a:ext cx="119859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f-ZA" sz="1600" b="1" dirty="0">
                <a:solidFill>
                  <a:schemeClr val="bg1"/>
                </a:solidFill>
              </a:rPr>
              <a:t>Interface</a:t>
            </a:r>
            <a:r>
              <a:rPr lang="ru-RU" sz="1600" b="1" dirty="0">
                <a:solidFill>
                  <a:schemeClr val="bg1"/>
                </a:solidFill>
              </a:rPr>
              <a:t>.</a:t>
            </a:r>
            <a:r>
              <a:rPr lang="en-GB" sz="1600" b="1" dirty="0" err="1">
                <a:solidFill>
                  <a:schemeClr val="bg1"/>
                </a:solidFill>
              </a:rPr>
              <a:t>py</a:t>
            </a:r>
            <a:endParaRPr lang="en-GB" sz="1600" b="1" dirty="0">
              <a:solidFill>
                <a:schemeClr val="bg1"/>
              </a:solidFill>
            </a:endParaRPr>
          </a:p>
          <a:p>
            <a:r>
              <a:rPr lang="ru-RU" sz="1600" b="1" dirty="0">
                <a:solidFill>
                  <a:schemeClr val="bg1"/>
                </a:solidFill>
              </a:rPr>
              <a:t>Меню</a:t>
            </a:r>
          </a:p>
          <a:p>
            <a:r>
              <a:rPr lang="ru-RU" sz="1600" b="1" dirty="0">
                <a:solidFill>
                  <a:schemeClr val="bg1"/>
                </a:solidFill>
              </a:rPr>
              <a:t>Интерфейс</a:t>
            </a:r>
          </a:p>
          <a:p>
            <a:r>
              <a:rPr lang="ru-RU" sz="1600" b="1" dirty="0">
                <a:solidFill>
                  <a:schemeClr val="bg1"/>
                </a:solidFill>
              </a:rPr>
              <a:t>Вывод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541592B-A342-69C7-0599-C9C05F43267B}"/>
              </a:ext>
            </a:extLst>
          </p:cNvPr>
          <p:cNvSpPr txBox="1"/>
          <p:nvPr/>
        </p:nvSpPr>
        <p:spPr>
          <a:xfrm>
            <a:off x="5439027" y="3430934"/>
            <a:ext cx="128511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600" b="1" dirty="0" err="1">
                <a:solidFill>
                  <a:schemeClr val="bg1"/>
                </a:solidFill>
              </a:rPr>
              <a:t>Database.py</a:t>
            </a:r>
            <a:endParaRPr lang="en-GB" sz="1600" b="1" dirty="0">
              <a:solidFill>
                <a:schemeClr val="bg1"/>
              </a:solidFill>
            </a:endParaRPr>
          </a:p>
          <a:p>
            <a:pPr algn="ctr"/>
            <a:r>
              <a:rPr lang="ru-RU" sz="1600" b="1" dirty="0">
                <a:solidFill>
                  <a:schemeClr val="bg1"/>
                </a:solidFill>
              </a:rPr>
              <a:t>Данные</a:t>
            </a:r>
          </a:p>
          <a:p>
            <a:pPr algn="ctr"/>
            <a:r>
              <a:rPr lang="ru-RU" sz="1600" b="1" dirty="0">
                <a:solidFill>
                  <a:schemeClr val="bg1"/>
                </a:solidFill>
              </a:rPr>
              <a:t>Хранение </a:t>
            </a:r>
          </a:p>
          <a:p>
            <a:pPr algn="ctr"/>
            <a:r>
              <a:rPr lang="en-GB" sz="1600" b="1" dirty="0">
                <a:solidFill>
                  <a:schemeClr val="bg1"/>
                </a:solidFill>
              </a:rPr>
              <a:t>CRUD</a:t>
            </a:r>
            <a:endParaRPr lang="ru-RU" sz="1600" b="1" dirty="0">
              <a:solidFill>
                <a:schemeClr val="bg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CAD6EE5-E71F-12D9-5988-3D55D73F40D4}"/>
              </a:ext>
            </a:extLst>
          </p:cNvPr>
          <p:cNvSpPr txBox="1"/>
          <p:nvPr/>
        </p:nvSpPr>
        <p:spPr>
          <a:xfrm>
            <a:off x="7269888" y="3399532"/>
            <a:ext cx="140866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b="1" dirty="0">
                <a:solidFill>
                  <a:schemeClr val="bg1"/>
                </a:solidFill>
              </a:rPr>
              <a:t> </a:t>
            </a:r>
            <a:r>
              <a:rPr lang="en-GB" sz="1600" b="1" dirty="0" err="1">
                <a:solidFill>
                  <a:schemeClr val="bg1"/>
                </a:solidFill>
              </a:rPr>
              <a:t>reports.py</a:t>
            </a:r>
            <a:endParaRPr lang="en-GB" sz="1600" b="1" dirty="0">
              <a:solidFill>
                <a:schemeClr val="bg1"/>
              </a:solidFill>
            </a:endParaRPr>
          </a:p>
          <a:p>
            <a:pPr algn="ctr"/>
            <a:r>
              <a:rPr lang="ru-RU" sz="1600" b="1" dirty="0">
                <a:solidFill>
                  <a:schemeClr val="bg1"/>
                </a:solidFill>
              </a:rPr>
              <a:t>Отчеты </a:t>
            </a:r>
          </a:p>
          <a:p>
            <a:pPr algn="ctr"/>
            <a:r>
              <a:rPr lang="ru-RU" sz="1600" b="1" dirty="0">
                <a:solidFill>
                  <a:schemeClr val="bg1"/>
                </a:solidFill>
              </a:rPr>
              <a:t>Сортировка</a:t>
            </a:r>
          </a:p>
          <a:p>
            <a:pPr algn="ctr"/>
            <a:r>
              <a:rPr lang="ru-RU" sz="1600" b="1" dirty="0">
                <a:solidFill>
                  <a:schemeClr val="bg1"/>
                </a:solidFill>
              </a:rPr>
              <a:t>Фильтрация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EC9EB79-BFC3-F570-8AD3-28433C720B3C}"/>
              </a:ext>
            </a:extLst>
          </p:cNvPr>
          <p:cNvSpPr txBox="1"/>
          <p:nvPr/>
        </p:nvSpPr>
        <p:spPr>
          <a:xfrm>
            <a:off x="5220733" y="4981192"/>
            <a:ext cx="174230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b="1" dirty="0" err="1">
                <a:solidFill>
                  <a:schemeClr val="accent1"/>
                </a:solidFill>
              </a:rPr>
              <a:t>Validation.py</a:t>
            </a:r>
            <a:endParaRPr lang="en-GB" b="1" dirty="0">
              <a:solidFill>
                <a:schemeClr val="accent1"/>
              </a:solidFill>
            </a:endParaRPr>
          </a:p>
          <a:p>
            <a:pPr algn="ctr"/>
            <a:r>
              <a:rPr lang="ru-RU" b="1" dirty="0">
                <a:solidFill>
                  <a:schemeClr val="accent1"/>
                </a:solidFill>
              </a:rPr>
              <a:t>Проверка данных</a:t>
            </a:r>
          </a:p>
        </p:txBody>
      </p:sp>
    </p:spTree>
    <p:extLst>
      <p:ext uri="{BB962C8B-B14F-4D97-AF65-F5344CB8AC3E}">
        <p14:creationId xmlns:p14="http://schemas.microsoft.com/office/powerpoint/2010/main" val="32611707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E696B-B76E-7C0A-57E8-4AAA7D18C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AF2783A-5A83-F31C-1E69-0B98497CC3AD}"/>
              </a:ext>
            </a:extLst>
          </p:cNvPr>
          <p:cNvSpPr txBox="1"/>
          <p:nvPr/>
        </p:nvSpPr>
        <p:spPr>
          <a:xfrm>
            <a:off x="271848" y="349843"/>
            <a:ext cx="7644714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000" b="1" dirty="0"/>
              <a:t>Алгоритм сортировки слиянием</a:t>
            </a:r>
            <a:r>
              <a:rPr lang="en-US" sz="4000" b="1" dirty="0"/>
              <a:t>:</a:t>
            </a:r>
            <a:endParaRPr lang="ru-RU" sz="4000" b="1" dirty="0"/>
          </a:p>
          <a:p>
            <a:pPr algn="ctr"/>
            <a:endParaRPr lang="ru-RU" sz="4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1A5EF5-2A0C-72E9-B494-06C9DC15D17D}"/>
              </a:ext>
            </a:extLst>
          </p:cNvPr>
          <p:cNvSpPr txBox="1"/>
          <p:nvPr/>
        </p:nvSpPr>
        <p:spPr>
          <a:xfrm>
            <a:off x="1161533" y="1592120"/>
            <a:ext cx="6969211" cy="4216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/>
              <a:t>Принцип работы</a:t>
            </a:r>
            <a:r>
              <a:rPr lang="en-US" sz="2800" b="1" dirty="0"/>
              <a:t>:</a:t>
            </a:r>
          </a:p>
          <a:p>
            <a:endParaRPr lang="ru-RU" sz="2400" dirty="0"/>
          </a:p>
          <a:p>
            <a:r>
              <a:rPr lang="ru-RU" sz="2400" b="1" dirty="0"/>
              <a:t>1. РАЗДЕЛЕНИЕ</a:t>
            </a:r>
          </a:p>
          <a:p>
            <a:r>
              <a:rPr lang="ru-RU" sz="2400" dirty="0"/>
              <a:t>   Массив → [Левая часть] [Правая часть]</a:t>
            </a:r>
          </a:p>
          <a:p>
            <a:r>
              <a:rPr lang="ru-RU" sz="2400" dirty="0"/>
              <a:t>   </a:t>
            </a:r>
          </a:p>
          <a:p>
            <a:r>
              <a:rPr lang="ru-RU" sz="2400" b="1" dirty="0"/>
              <a:t>2. РЕКУРСИЯ</a:t>
            </a:r>
          </a:p>
          <a:p>
            <a:r>
              <a:rPr lang="ru-RU" sz="2400" dirty="0"/>
              <a:t>   Сортировка каждой части тем же методом</a:t>
            </a:r>
          </a:p>
          <a:p>
            <a:r>
              <a:rPr lang="ru-RU" sz="2400" dirty="0"/>
              <a:t>   </a:t>
            </a:r>
          </a:p>
          <a:p>
            <a:r>
              <a:rPr lang="ru-RU" sz="2400" b="1" dirty="0"/>
              <a:t>3. СЛИЯНИЕ</a:t>
            </a:r>
          </a:p>
          <a:p>
            <a:r>
              <a:rPr lang="ru-RU" sz="2400" dirty="0"/>
              <a:t>   [</a:t>
            </a:r>
            <a:r>
              <a:rPr lang="ru-RU" sz="2400" dirty="0" err="1"/>
              <a:t>Отсорт</a:t>
            </a:r>
            <a:r>
              <a:rPr lang="ru-RU" sz="2400" dirty="0"/>
              <a:t>. левая] + [</a:t>
            </a:r>
            <a:r>
              <a:rPr lang="ru-RU" sz="2400" dirty="0" err="1"/>
              <a:t>Отсорт</a:t>
            </a:r>
            <a:r>
              <a:rPr lang="ru-RU" sz="2400" dirty="0"/>
              <a:t>. правая] → [Результат]</a:t>
            </a:r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1434926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78095-8A93-5867-1084-A127329F5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9A85A5C-7F5A-08DE-6564-5342571D90BE}"/>
              </a:ext>
            </a:extLst>
          </p:cNvPr>
          <p:cNvSpPr txBox="1"/>
          <p:nvPr/>
        </p:nvSpPr>
        <p:spPr>
          <a:xfrm>
            <a:off x="411892" y="300230"/>
            <a:ext cx="11368215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b="1" dirty="0">
                <a:solidFill>
                  <a:schemeClr val="bg1"/>
                </a:solidFill>
              </a:rPr>
              <a:t>Отчёты программы</a:t>
            </a:r>
            <a:r>
              <a:rPr lang="en-US" sz="4400" b="1" dirty="0">
                <a:solidFill>
                  <a:schemeClr val="bg1"/>
                </a:solidFill>
              </a:rPr>
              <a:t> </a:t>
            </a:r>
            <a:r>
              <a:rPr lang="ru-RU" sz="4400" b="1" dirty="0">
                <a:solidFill>
                  <a:schemeClr val="bg1"/>
                </a:solidFill>
              </a:rPr>
              <a:t>и система проверки данных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AD0BBDD-508E-6DCE-F722-8DDC0EC25DCD}"/>
              </a:ext>
            </a:extLst>
          </p:cNvPr>
          <p:cNvSpPr txBox="1"/>
          <p:nvPr/>
        </p:nvSpPr>
        <p:spPr>
          <a:xfrm>
            <a:off x="4456669" y="1956886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>
                <a:solidFill>
                  <a:schemeClr val="bg1"/>
                </a:solidFill>
              </a:rPr>
              <a:t> ГЛАВНОЕ МЕНЮ (8 пунктов)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101E9BA-1730-625B-FE2E-707504A247D7}"/>
              </a:ext>
            </a:extLst>
          </p:cNvPr>
          <p:cNvSpPr/>
          <p:nvPr/>
        </p:nvSpPr>
        <p:spPr>
          <a:xfrm>
            <a:off x="805250" y="1956886"/>
            <a:ext cx="4712043" cy="44521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B2FF0B-53D3-DB9A-C355-B2CC4B88A8AE}"/>
              </a:ext>
            </a:extLst>
          </p:cNvPr>
          <p:cNvSpPr txBox="1"/>
          <p:nvPr/>
        </p:nvSpPr>
        <p:spPr>
          <a:xfrm>
            <a:off x="1011194" y="2120270"/>
            <a:ext cx="4712043" cy="4062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>
                <a:solidFill>
                  <a:schemeClr val="bg1"/>
                </a:solidFill>
              </a:rPr>
              <a:t>Три вида отчётов</a:t>
            </a:r>
            <a:r>
              <a:rPr lang="en-US" sz="2000" b="1" dirty="0">
                <a:solidFill>
                  <a:schemeClr val="bg1"/>
                </a:solidFill>
              </a:rPr>
              <a:t>:</a:t>
            </a:r>
            <a:endParaRPr lang="ru-RU" sz="2000" b="1" dirty="0">
              <a:solidFill>
                <a:schemeClr val="bg1"/>
              </a:solidFill>
            </a:endParaRP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ru-RU" b="1" dirty="0">
                <a:solidFill>
                  <a:schemeClr val="bg1"/>
                </a:solidFill>
              </a:rPr>
              <a:t>Отчёт 1: Полный список сотрудников</a:t>
            </a:r>
          </a:p>
          <a:p>
            <a:endParaRPr lang="ru-RU" b="1" dirty="0">
              <a:solidFill>
                <a:schemeClr val="bg1"/>
              </a:solidFill>
            </a:endParaRPr>
          </a:p>
          <a:p>
            <a:r>
              <a:rPr lang="ru-RU" b="1" dirty="0">
                <a:solidFill>
                  <a:schemeClr val="bg1"/>
                </a:solidFill>
              </a:rPr>
              <a:t>Сортировка: год↓, стаж↓, фамилия↑</a:t>
            </a:r>
          </a:p>
          <a:p>
            <a:endParaRPr lang="ru-RU" b="1" dirty="0">
              <a:solidFill>
                <a:schemeClr val="bg1"/>
              </a:solidFill>
            </a:endParaRPr>
          </a:p>
          <a:p>
            <a:r>
              <a:rPr lang="ru-RU" b="1" dirty="0">
                <a:solidFill>
                  <a:schemeClr val="bg1"/>
                </a:solidFill>
              </a:rPr>
              <a:t>Отчёт 2: Сотрудники отдела</a:t>
            </a:r>
          </a:p>
          <a:p>
            <a:endParaRPr lang="ru-RU" b="1" dirty="0">
              <a:solidFill>
                <a:schemeClr val="bg1"/>
              </a:solidFill>
            </a:endParaRPr>
          </a:p>
          <a:p>
            <a:r>
              <a:rPr lang="ru-RU" b="1" dirty="0">
                <a:solidFill>
                  <a:schemeClr val="bg1"/>
                </a:solidFill>
              </a:rPr>
              <a:t>Сортировка: оклад↓, фамилия↑</a:t>
            </a:r>
          </a:p>
          <a:p>
            <a:endParaRPr lang="ru-RU" b="1" dirty="0">
              <a:solidFill>
                <a:schemeClr val="bg1"/>
              </a:solidFill>
            </a:endParaRPr>
          </a:p>
          <a:p>
            <a:r>
              <a:rPr lang="ru-RU" b="1" dirty="0">
                <a:solidFill>
                  <a:schemeClr val="bg1"/>
                </a:solidFill>
              </a:rPr>
              <a:t>Отчёт 3: Сотрудники с окладом выше среднего</a:t>
            </a:r>
          </a:p>
          <a:p>
            <a:endParaRPr lang="ru-RU" b="1" dirty="0">
              <a:solidFill>
                <a:schemeClr val="bg1"/>
              </a:solidFill>
            </a:endParaRPr>
          </a:p>
          <a:p>
            <a:r>
              <a:rPr lang="ru-RU" b="1" dirty="0">
                <a:solidFill>
                  <a:schemeClr val="bg1"/>
                </a:solidFill>
              </a:rPr>
              <a:t>Сортировка: должность↑, фамилия↑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F2FF23C-F78C-A06E-CD0E-80760EBB47CB}"/>
              </a:ext>
            </a:extLst>
          </p:cNvPr>
          <p:cNvSpPr/>
          <p:nvPr/>
        </p:nvSpPr>
        <p:spPr>
          <a:xfrm>
            <a:off x="6713837" y="1956886"/>
            <a:ext cx="4712043" cy="44521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9F58DA-96A1-C6E3-6DD9-14FAAD109898}"/>
              </a:ext>
            </a:extLst>
          </p:cNvPr>
          <p:cNvSpPr txBox="1"/>
          <p:nvPr/>
        </p:nvSpPr>
        <p:spPr>
          <a:xfrm>
            <a:off x="6919781" y="2156941"/>
            <a:ext cx="456581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>
                <a:solidFill>
                  <a:schemeClr val="bg1"/>
                </a:solidFill>
              </a:rPr>
              <a:t>Особенности проверки ввода данных:</a:t>
            </a:r>
          </a:p>
          <a:p>
            <a:endParaRPr lang="ru-RU" b="1" dirty="0">
              <a:solidFill>
                <a:schemeClr val="bg1"/>
              </a:solidFill>
            </a:endParaRPr>
          </a:p>
          <a:p>
            <a:r>
              <a:rPr lang="ru-RU" b="1" dirty="0">
                <a:solidFill>
                  <a:schemeClr val="bg1"/>
                </a:solidFill>
              </a:rPr>
              <a:t>Проверка русских букв (ФИО, отдел, должность)</a:t>
            </a:r>
          </a:p>
          <a:p>
            <a:endParaRPr lang="ru-RU" b="1" dirty="0">
              <a:solidFill>
                <a:schemeClr val="bg1"/>
              </a:solidFill>
            </a:endParaRPr>
          </a:p>
          <a:p>
            <a:r>
              <a:rPr lang="ru-RU" b="1" dirty="0">
                <a:solidFill>
                  <a:schemeClr val="bg1"/>
                </a:solidFill>
              </a:rPr>
              <a:t>Контроль корректности дат (високосные годы)</a:t>
            </a:r>
          </a:p>
          <a:p>
            <a:endParaRPr lang="ru-RU" b="1" dirty="0">
              <a:solidFill>
                <a:schemeClr val="bg1"/>
              </a:solidFill>
            </a:endParaRPr>
          </a:p>
          <a:p>
            <a:r>
              <a:rPr lang="ru-RU" b="1" dirty="0">
                <a:solidFill>
                  <a:schemeClr val="bg1"/>
                </a:solidFill>
              </a:rPr>
              <a:t>Проверка числовых диапазонов (год, стаж, оклад)</a:t>
            </a:r>
          </a:p>
          <a:p>
            <a:endParaRPr lang="ru-RU" b="1" dirty="0">
              <a:solidFill>
                <a:schemeClr val="bg1"/>
              </a:solidFill>
            </a:endParaRPr>
          </a:p>
          <a:p>
            <a:r>
              <a:rPr lang="ru-RU" b="1" dirty="0">
                <a:solidFill>
                  <a:schemeClr val="bg1"/>
                </a:solidFill>
              </a:rPr>
              <a:t>Защита от пустого ввода</a:t>
            </a:r>
          </a:p>
        </p:txBody>
      </p:sp>
    </p:spTree>
    <p:extLst>
      <p:ext uri="{BB962C8B-B14F-4D97-AF65-F5344CB8AC3E}">
        <p14:creationId xmlns:p14="http://schemas.microsoft.com/office/powerpoint/2010/main" val="25150434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A4619-6EEF-F17C-3322-979668782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40634ED-08FD-8930-D1A2-E458FCC5E7FE}"/>
              </a:ext>
            </a:extLst>
          </p:cNvPr>
          <p:cNvSpPr txBox="1"/>
          <p:nvPr/>
        </p:nvSpPr>
        <p:spPr>
          <a:xfrm>
            <a:off x="2042983" y="160373"/>
            <a:ext cx="764471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/>
              <a:t>Примеры работы кода</a:t>
            </a:r>
            <a:r>
              <a:rPr lang="en-US" sz="4800" b="1" dirty="0"/>
              <a:t>:</a:t>
            </a:r>
            <a:endParaRPr lang="ru-RU" sz="4800" b="1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57A9032-4537-186C-3FBD-B955048BA9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0970" y="1598140"/>
            <a:ext cx="6637949" cy="446525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963E701-701C-1F6C-09D4-BBD9422D3D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209" y="2353147"/>
            <a:ext cx="4229690" cy="244826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0979721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29524-3F19-5AC2-F748-9A56C6C7F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54B3A9D-0558-1450-7448-AD8E5A9BEE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4989" y="3239563"/>
            <a:ext cx="3441691" cy="310335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DE89283-AD54-36BE-9165-D2A6672811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5122" y="1861579"/>
            <a:ext cx="6996505" cy="91945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0D976A2-CCC9-9EAA-7393-D3D8F3F90C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4543" y="3101471"/>
            <a:ext cx="4765492" cy="337954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5DEA5B3-C1E6-8FBC-D0F2-1E5807043C10}"/>
              </a:ext>
            </a:extLst>
          </p:cNvPr>
          <p:cNvSpPr txBox="1"/>
          <p:nvPr/>
        </p:nvSpPr>
        <p:spPr>
          <a:xfrm>
            <a:off x="3002811" y="844285"/>
            <a:ext cx="61863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b="1" dirty="0"/>
              <a:t>Пример добавления, редактирования, удаления :</a:t>
            </a:r>
            <a:endParaRPr lang="ru-UM" b="1" dirty="0"/>
          </a:p>
        </p:txBody>
      </p:sp>
    </p:spTree>
    <p:extLst>
      <p:ext uri="{BB962C8B-B14F-4D97-AF65-F5344CB8AC3E}">
        <p14:creationId xmlns:p14="http://schemas.microsoft.com/office/powerpoint/2010/main" val="20211537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016C9F-CC85-4A3A-D682-481983E6A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158049B-854E-88C0-5692-3DE6A962EE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666144"/>
            <a:ext cx="5401524" cy="305436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3352256-2A65-2467-7EA3-B48DCE81DF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200" y="1938075"/>
            <a:ext cx="4617347" cy="125216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08DC051-38BB-78A8-A495-7734C1DE2E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4654" y="4293844"/>
            <a:ext cx="5151346" cy="112665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0E00A9A-164D-1811-FEF8-B649D16B20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15049" y="3997606"/>
            <a:ext cx="3163426" cy="252676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8EFEA2C-41A9-FD8F-0A8E-982D2D1F3A30}"/>
              </a:ext>
            </a:extLst>
          </p:cNvPr>
          <p:cNvSpPr txBox="1"/>
          <p:nvPr/>
        </p:nvSpPr>
        <p:spPr>
          <a:xfrm>
            <a:off x="1053200" y="1162747"/>
            <a:ext cx="3978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b="1" dirty="0"/>
              <a:t>Пример тестов</a:t>
            </a:r>
            <a:r>
              <a:rPr lang="ru-RU" dirty="0"/>
              <a:t>:</a:t>
            </a:r>
            <a:endParaRPr lang="ru-UM" dirty="0"/>
          </a:p>
        </p:txBody>
      </p:sp>
    </p:spTree>
    <p:extLst>
      <p:ext uri="{BB962C8B-B14F-4D97-AF65-F5344CB8AC3E}">
        <p14:creationId xmlns:p14="http://schemas.microsoft.com/office/powerpoint/2010/main" val="8195207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58EE93-D247-D041-11F4-69E774989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7322" y="-866505"/>
            <a:ext cx="3650668" cy="2051579"/>
          </a:xfrm>
        </p:spPr>
        <p:txBody>
          <a:bodyPr/>
          <a:lstStyle/>
          <a:p>
            <a:r>
              <a:rPr lang="ru-RU" b="1" dirty="0"/>
              <a:t>Итог: </a:t>
            </a:r>
            <a:endParaRPr lang="ru-UM" b="1" dirty="0"/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FAE5EF5C-308B-994B-F0B4-1CC5F51D04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85430" y="1815737"/>
            <a:ext cx="10551314" cy="239552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/>
              <a:t>В результате работы была успешно разработана программа "Учёт сотрудников", которая:</a:t>
            </a:r>
          </a:p>
          <a:p>
            <a:r>
              <a:rPr lang="ru-RU" b="1" dirty="0"/>
              <a:t>Полностью соответствует всем требованиям технического задания</a:t>
            </a:r>
            <a:r>
              <a:rPr lang="ru-UM" b="1" dirty="0"/>
              <a:t> </a:t>
            </a:r>
            <a:endParaRPr lang="ru-RU" b="1" dirty="0"/>
          </a:p>
          <a:p>
            <a:r>
              <a:rPr lang="ru-RU" b="1" dirty="0"/>
              <a:t>Обеспечивает удобную работу с базой данных сотрудников</a:t>
            </a:r>
            <a:r>
              <a:rPr lang="ru-UM" b="1" dirty="0"/>
              <a:t> </a:t>
            </a:r>
            <a:endParaRPr lang="ru-RU" b="1" dirty="0"/>
          </a:p>
          <a:p>
            <a:r>
              <a:rPr lang="ru-RU" b="1" dirty="0"/>
              <a:t>Реализует все необходимые функции с использованием сортировки слиянием</a:t>
            </a:r>
          </a:p>
          <a:p>
            <a:r>
              <a:rPr lang="ru-UM" b="1" dirty="0"/>
              <a:t> </a:t>
            </a:r>
            <a:r>
              <a:rPr lang="ru-RU" b="1" dirty="0"/>
              <a:t>Гарантирует корректность данных благодаря системе проверки ввода данных</a:t>
            </a:r>
          </a:p>
          <a:p>
            <a:r>
              <a:rPr lang="ru-RU" b="1" dirty="0"/>
              <a:t>Прошла всестороннее тестирование и доказала свою надёжность</a:t>
            </a:r>
            <a:endParaRPr lang="ru-UM" b="1" dirty="0"/>
          </a:p>
        </p:txBody>
      </p:sp>
    </p:spTree>
    <p:extLst>
      <p:ext uri="{BB962C8B-B14F-4D97-AF65-F5344CB8AC3E}">
        <p14:creationId xmlns:p14="http://schemas.microsoft.com/office/powerpoint/2010/main" val="21358231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AD3D88-54AA-31A2-85B1-E802B92B6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4658F8-A4FD-078D-1ADF-19A85BCB3E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3207" y="2858518"/>
            <a:ext cx="10190911" cy="1668284"/>
          </a:xfrm>
        </p:spPr>
        <p:txBody>
          <a:bodyPr>
            <a:noAutofit/>
          </a:bodyPr>
          <a:lstStyle/>
          <a:p>
            <a:r>
              <a:rPr lang="ru-RU" sz="8000" dirty="0"/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94422906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Другая 37">
      <a:dk1>
        <a:sysClr val="windowText" lastClr="000000"/>
      </a:dk1>
      <a:lt1>
        <a:sysClr val="window" lastClr="FFFFFF"/>
      </a:lt1>
      <a:dk2>
        <a:srgbClr val="595959"/>
      </a:dk2>
      <a:lt2>
        <a:srgbClr val="E7E6E6"/>
      </a:lt2>
      <a:accent1>
        <a:srgbClr val="C62E3E"/>
      </a:accent1>
      <a:accent2>
        <a:srgbClr val="FFC000"/>
      </a:accent2>
      <a:accent3>
        <a:srgbClr val="A5A5A5"/>
      </a:accent3>
      <a:accent4>
        <a:srgbClr val="7030A0"/>
      </a:accent4>
      <a:accent5>
        <a:srgbClr val="4DFE9D"/>
      </a:accent5>
      <a:accent6>
        <a:srgbClr val="046DD5"/>
      </a:accent6>
      <a:hlink>
        <a:srgbClr val="2992FA"/>
      </a:hlink>
      <a:folHlink>
        <a:srgbClr val="7030A0"/>
      </a:folHlink>
    </a:clrScheme>
    <a:fontScheme name="Другая 13">
      <a:majorFont>
        <a:latin typeface="PermianSerifTypeface"/>
        <a:ea typeface=""/>
        <a:cs typeface=""/>
      </a:majorFont>
      <a:minorFont>
        <a:latin typeface="PermianSansTypeface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883</TotalTime>
  <Words>373</Words>
  <Application>Microsoft Office PowerPoint</Application>
  <PresentationFormat>Широкоэкранный</PresentationFormat>
  <Paragraphs>82</Paragraphs>
  <Slides>11</Slides>
  <Notes>3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2" baseType="lpstr">
      <vt:lpstr>Тема Office</vt:lpstr>
      <vt:lpstr>Учёт сотрудников предприятия. Разработка программного решения для автоматизации кадрового учёта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Итог: </vt:lpstr>
      <vt:lpstr>Спасибо за внимание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Полина Масленникова</dc:creator>
  <cp:lastModifiedBy>Настя Витухина</cp:lastModifiedBy>
  <cp:revision>35</cp:revision>
  <dcterms:created xsi:type="dcterms:W3CDTF">2020-05-17T17:29:28Z</dcterms:created>
  <dcterms:modified xsi:type="dcterms:W3CDTF">2026-01-14T05:00:32Z</dcterms:modified>
</cp:coreProperties>
</file>