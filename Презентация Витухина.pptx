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7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5AA6"/>
    <a:srgbClr val="00803B"/>
    <a:srgbClr val="32B824"/>
    <a:srgbClr val="FFFFFF"/>
    <a:srgbClr val="144A0E"/>
    <a:srgbClr val="1F7416"/>
    <a:srgbClr val="258A1A"/>
    <a:srgbClr val="299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93" d="100"/>
          <a:sy n="93" d="100"/>
        </p:scale>
        <p:origin x="2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Настя Витухина" userId="911dad6a5872d546" providerId="LiveId" clId="{CCACD3C3-B803-496E-A1EE-83C61E962578}"/>
    <pc:docChg chg="undo custSel addSld delSld modSld sldOrd">
      <pc:chgData name="Настя Витухина" userId="911dad6a5872d546" providerId="LiveId" clId="{CCACD3C3-B803-496E-A1EE-83C61E962578}" dt="2026-01-13T23:34:06.651" v="397" actId="14100"/>
      <pc:docMkLst>
        <pc:docMk/>
      </pc:docMkLst>
      <pc:sldChg chg="ord">
        <pc:chgData name="Настя Витухина" userId="911dad6a5872d546" providerId="LiveId" clId="{CCACD3C3-B803-496E-A1EE-83C61E962578}" dt="2026-01-13T23:33:28.220" v="357"/>
        <pc:sldMkLst>
          <pc:docMk/>
          <pc:sldMk cId="2240160879" sldId="256"/>
        </pc:sldMkLst>
      </pc:sldChg>
      <pc:sldChg chg="delSp del mod">
        <pc:chgData name="Настя Витухина" userId="911dad6a5872d546" providerId="LiveId" clId="{CCACD3C3-B803-496E-A1EE-83C61E962578}" dt="2026-01-13T22:44:19.582" v="221" actId="47"/>
        <pc:sldMkLst>
          <pc:docMk/>
          <pc:sldMk cId="1667847999" sldId="257"/>
        </pc:sldMkLst>
        <pc:spChg chg="del">
          <ac:chgData name="Настя Витухина" userId="911dad6a5872d546" providerId="LiveId" clId="{CCACD3C3-B803-496E-A1EE-83C61E962578}" dt="2026-01-13T22:44:16.982" v="220" actId="478"/>
          <ac:spMkLst>
            <pc:docMk/>
            <pc:sldMk cId="1667847999" sldId="257"/>
            <ac:spMk id="115" creationId="{00000000-0000-0000-0000-000000000000}"/>
          </ac:spMkLst>
        </pc:spChg>
      </pc:sldChg>
      <pc:sldChg chg="del">
        <pc:chgData name="Настя Витухина" userId="911dad6a5872d546" providerId="LiveId" clId="{CCACD3C3-B803-496E-A1EE-83C61E962578}" dt="2026-01-13T22:44:20.710" v="222" actId="47"/>
        <pc:sldMkLst>
          <pc:docMk/>
          <pc:sldMk cId="2406902812" sldId="258"/>
        </pc:sldMkLst>
      </pc:sldChg>
      <pc:sldChg chg="del">
        <pc:chgData name="Настя Витухина" userId="911dad6a5872d546" providerId="LiveId" clId="{CCACD3C3-B803-496E-A1EE-83C61E962578}" dt="2026-01-13T22:44:21.400" v="223" actId="47"/>
        <pc:sldMkLst>
          <pc:docMk/>
          <pc:sldMk cId="3419959081" sldId="259"/>
        </pc:sldMkLst>
      </pc:sldChg>
      <pc:sldChg chg="modSp mod">
        <pc:chgData name="Настя Витухина" userId="911dad6a5872d546" providerId="LiveId" clId="{CCACD3C3-B803-496E-A1EE-83C61E962578}" dt="2026-01-13T22:35:55.136" v="81" actId="207"/>
        <pc:sldMkLst>
          <pc:docMk/>
          <pc:sldMk cId="4221713860" sldId="260"/>
        </pc:sldMkLst>
        <pc:spChg chg="mod">
          <ac:chgData name="Настя Витухина" userId="911dad6a5872d546" providerId="LiveId" clId="{CCACD3C3-B803-496E-A1EE-83C61E962578}" dt="2026-01-13T22:35:55.136" v="81" actId="207"/>
          <ac:spMkLst>
            <pc:docMk/>
            <pc:sldMk cId="4221713860" sldId="260"/>
            <ac:spMk id="3" creationId="{00000000-0000-0000-0000-000000000000}"/>
          </ac:spMkLst>
        </pc:spChg>
      </pc:sldChg>
      <pc:sldChg chg="del">
        <pc:chgData name="Настя Витухина" userId="911dad6a5872d546" providerId="LiveId" clId="{CCACD3C3-B803-496E-A1EE-83C61E962578}" dt="2026-01-13T22:44:29.463" v="224" actId="47"/>
        <pc:sldMkLst>
          <pc:docMk/>
          <pc:sldMk cId="2441128052" sldId="261"/>
        </pc:sldMkLst>
      </pc:sldChg>
      <pc:sldChg chg="modSp mod">
        <pc:chgData name="Настя Витухина" userId="911dad6a5872d546" providerId="LiveId" clId="{CCACD3C3-B803-496E-A1EE-83C61E962578}" dt="2026-01-13T22:46:48.579" v="240" actId="113"/>
        <pc:sldMkLst>
          <pc:docMk/>
          <pc:sldMk cId="3226737101" sldId="262"/>
        </pc:sldMkLst>
        <pc:spChg chg="mod">
          <ac:chgData name="Настя Витухина" userId="911dad6a5872d546" providerId="LiveId" clId="{CCACD3C3-B803-496E-A1EE-83C61E962578}" dt="2026-01-13T22:46:07.192" v="235" actId="20577"/>
          <ac:spMkLst>
            <pc:docMk/>
            <pc:sldMk cId="3226737101" sldId="262"/>
            <ac:spMk id="9" creationId="{62789492-842E-5D69-5D10-E46AB9DBB9AE}"/>
          </ac:spMkLst>
        </pc:spChg>
        <pc:spChg chg="mod">
          <ac:chgData name="Настя Витухина" userId="911dad6a5872d546" providerId="LiveId" clId="{CCACD3C3-B803-496E-A1EE-83C61E962578}" dt="2026-01-13T22:45:12.918" v="225" actId="1582"/>
          <ac:spMkLst>
            <pc:docMk/>
            <pc:sldMk cId="3226737101" sldId="262"/>
            <ac:spMk id="10" creationId="{D3660720-AA21-FDCE-EA04-19BD4B89EB46}"/>
          </ac:spMkLst>
        </pc:spChg>
        <pc:spChg chg="mod">
          <ac:chgData name="Настя Витухина" userId="911dad6a5872d546" providerId="LiveId" clId="{CCACD3C3-B803-496E-A1EE-83C61E962578}" dt="2026-01-13T22:45:31.596" v="227" actId="113"/>
          <ac:spMkLst>
            <pc:docMk/>
            <pc:sldMk cId="3226737101" sldId="262"/>
            <ac:spMk id="14" creationId="{0BE17727-BFB0-77B7-3BE8-2308114BE623}"/>
          </ac:spMkLst>
        </pc:spChg>
        <pc:spChg chg="mod">
          <ac:chgData name="Настя Витухина" userId="911dad6a5872d546" providerId="LiveId" clId="{CCACD3C3-B803-496E-A1EE-83C61E962578}" dt="2026-01-13T22:46:48.579" v="240" actId="113"/>
          <ac:spMkLst>
            <pc:docMk/>
            <pc:sldMk cId="3226737101" sldId="262"/>
            <ac:spMk id="16" creationId="{6A22EA44-CAF9-0731-15E4-A66097F1DF0F}"/>
          </ac:spMkLst>
        </pc:spChg>
        <pc:cxnChg chg="mod">
          <ac:chgData name="Настя Витухина" userId="911dad6a5872d546" providerId="LiveId" clId="{CCACD3C3-B803-496E-A1EE-83C61E962578}" dt="2026-01-13T22:45:26.113" v="226" actId="1582"/>
          <ac:cxnSpMkLst>
            <pc:docMk/>
            <pc:sldMk cId="3226737101" sldId="262"/>
            <ac:cxnSpMk id="12" creationId="{BC4547CA-D5F7-E7DA-FA82-DF17655D59FF}"/>
          </ac:cxnSpMkLst>
        </pc:cxnChg>
      </pc:sldChg>
      <pc:sldChg chg="addSp delSp modSp mod">
        <pc:chgData name="Настя Витухина" userId="911dad6a5872d546" providerId="LiveId" clId="{CCACD3C3-B803-496E-A1EE-83C61E962578}" dt="2026-01-13T22:34:30.356" v="69" actId="1076"/>
        <pc:sldMkLst>
          <pc:docMk/>
          <pc:sldMk cId="3261170712" sldId="263"/>
        </pc:sldMkLst>
        <pc:spChg chg="add mod">
          <ac:chgData name="Настя Витухина" userId="911dad6a5872d546" providerId="LiveId" clId="{CCACD3C3-B803-496E-A1EE-83C61E962578}" dt="2026-01-13T22:32:24.159" v="58" actId="1076"/>
          <ac:spMkLst>
            <pc:docMk/>
            <pc:sldMk cId="3261170712" sldId="263"/>
            <ac:spMk id="33" creationId="{59E4E704-8A13-8F6B-2E59-99C86D1F417B}"/>
          </ac:spMkLst>
        </pc:spChg>
        <pc:spChg chg="add del mod">
          <ac:chgData name="Настя Витухина" userId="911dad6a5872d546" providerId="LiveId" clId="{CCACD3C3-B803-496E-A1EE-83C61E962578}" dt="2026-01-13T22:32:32.369" v="60"/>
          <ac:spMkLst>
            <pc:docMk/>
            <pc:sldMk cId="3261170712" sldId="263"/>
            <ac:spMk id="34" creationId="{37DE509F-8271-8DC0-31C5-182CE551D18C}"/>
          </ac:spMkLst>
        </pc:spChg>
        <pc:spChg chg="add mod">
          <ac:chgData name="Настя Витухина" userId="911dad6a5872d546" providerId="LiveId" clId="{CCACD3C3-B803-496E-A1EE-83C61E962578}" dt="2026-01-13T22:32:17.712" v="57" actId="20577"/>
          <ac:spMkLst>
            <pc:docMk/>
            <pc:sldMk cId="3261170712" sldId="263"/>
            <ac:spMk id="35" creationId="{8FA38552-B834-B0A9-1D6A-3B75014EF17F}"/>
          </ac:spMkLst>
        </pc:spChg>
        <pc:spChg chg="add mod">
          <ac:chgData name="Настя Витухина" userId="911dad6a5872d546" providerId="LiveId" clId="{CCACD3C3-B803-496E-A1EE-83C61E962578}" dt="2026-01-13T22:34:30.356" v="69" actId="1076"/>
          <ac:spMkLst>
            <pc:docMk/>
            <pc:sldMk cId="3261170712" sldId="263"/>
            <ac:spMk id="36" creationId="{FEC9EB79-BFC3-F570-8AD3-28433C720B3C}"/>
          </ac:spMkLst>
        </pc:spChg>
        <pc:spChg chg="add mod">
          <ac:chgData name="Настя Витухина" userId="911dad6a5872d546" providerId="LiveId" clId="{CCACD3C3-B803-496E-A1EE-83C61E962578}" dt="2026-01-13T22:34:08.989" v="64"/>
          <ac:spMkLst>
            <pc:docMk/>
            <pc:sldMk cId="3261170712" sldId="263"/>
            <ac:spMk id="37" creationId="{15EFB5FD-F024-69E0-F23E-59283B7D9EB4}"/>
          </ac:spMkLst>
        </pc:spChg>
      </pc:sldChg>
      <pc:sldChg chg="addSp delSp modSp add mod ord">
        <pc:chgData name="Настя Витухина" userId="911dad6a5872d546" providerId="LiveId" clId="{CCACD3C3-B803-496E-A1EE-83C61E962578}" dt="2026-01-13T22:47:10.383" v="244" actId="403"/>
        <pc:sldMkLst>
          <pc:docMk/>
          <pc:sldMk cId="2143492697" sldId="264"/>
        </pc:sldMkLst>
        <pc:spChg chg="add mod">
          <ac:chgData name="Настя Витухина" userId="911dad6a5872d546" providerId="LiveId" clId="{CCACD3C3-B803-496E-A1EE-83C61E962578}" dt="2026-01-13T22:47:10.383" v="244" actId="403"/>
          <ac:spMkLst>
            <pc:docMk/>
            <pc:sldMk cId="2143492697" sldId="264"/>
            <ac:spMk id="3" creationId="{251A5EF5-2A0C-72E9-B494-06C9DC15D17D}"/>
          </ac:spMkLst>
        </pc:spChg>
        <pc:spChg chg="mod">
          <ac:chgData name="Настя Витухина" userId="911dad6a5872d546" providerId="LiveId" clId="{CCACD3C3-B803-496E-A1EE-83C61E962578}" dt="2026-01-13T22:36:21.343" v="94" actId="20577"/>
          <ac:spMkLst>
            <pc:docMk/>
            <pc:sldMk cId="2143492697" sldId="264"/>
            <ac:spMk id="9" creationId="{EAF2783A-5A83-F31C-1E69-0B98497CC3AD}"/>
          </ac:spMkLst>
        </pc:spChg>
        <pc:spChg chg="del">
          <ac:chgData name="Настя Витухина" userId="911dad6a5872d546" providerId="LiveId" clId="{CCACD3C3-B803-496E-A1EE-83C61E962578}" dt="2026-01-13T22:34:50.964" v="77" actId="478"/>
          <ac:spMkLst>
            <pc:docMk/>
            <pc:sldMk cId="2143492697" sldId="264"/>
            <ac:spMk id="10" creationId="{7EEDDF02-DEA5-8D1A-4B85-AD10F5E413FA}"/>
          </ac:spMkLst>
        </pc:spChg>
        <pc:spChg chg="del">
          <ac:chgData name="Настя Витухина" userId="911dad6a5872d546" providerId="LiveId" clId="{CCACD3C3-B803-496E-A1EE-83C61E962578}" dt="2026-01-13T22:34:44.597" v="73" actId="478"/>
          <ac:spMkLst>
            <pc:docMk/>
            <pc:sldMk cId="2143492697" sldId="264"/>
            <ac:spMk id="14" creationId="{A880810F-0617-3E74-CFD4-6A8BFB827D81}"/>
          </ac:spMkLst>
        </pc:spChg>
        <pc:spChg chg="del mod">
          <ac:chgData name="Настя Витухина" userId="911dad6a5872d546" providerId="LiveId" clId="{CCACD3C3-B803-496E-A1EE-83C61E962578}" dt="2026-01-13T22:34:50.236" v="76" actId="478"/>
          <ac:spMkLst>
            <pc:docMk/>
            <pc:sldMk cId="2143492697" sldId="264"/>
            <ac:spMk id="16" creationId="{F0AAABB5-ADBF-B4A7-D74D-EE2E7EC6569B}"/>
          </ac:spMkLst>
        </pc:spChg>
        <pc:cxnChg chg="del">
          <ac:chgData name="Настя Витухина" userId="911dad6a5872d546" providerId="LiveId" clId="{CCACD3C3-B803-496E-A1EE-83C61E962578}" dt="2026-01-13T22:34:44.597" v="73" actId="478"/>
          <ac:cxnSpMkLst>
            <pc:docMk/>
            <pc:sldMk cId="2143492697" sldId="264"/>
            <ac:cxnSpMk id="12" creationId="{6C9EEE1A-4036-B9B0-4BFA-AA8BEDB8599D}"/>
          </ac:cxnSpMkLst>
        </pc:cxnChg>
      </pc:sldChg>
      <pc:sldChg chg="addSp delSp modSp add mod ord">
        <pc:chgData name="Настя Витухина" userId="911dad6a5872d546" providerId="LiveId" clId="{CCACD3C3-B803-496E-A1EE-83C61E962578}" dt="2026-01-13T22:47:40.793" v="251" actId="404"/>
        <pc:sldMkLst>
          <pc:docMk/>
          <pc:sldMk cId="2515043445" sldId="265"/>
        </pc:sldMkLst>
        <pc:spChg chg="add mod">
          <ac:chgData name="Настя Витухина" userId="911dad6a5872d546" providerId="LiveId" clId="{CCACD3C3-B803-496E-A1EE-83C61E962578}" dt="2026-01-13T22:42:40.261" v="177" actId="1076"/>
          <ac:spMkLst>
            <pc:docMk/>
            <pc:sldMk cId="2515043445" sldId="265"/>
            <ac:spMk id="2" creationId="{9101E9BA-1730-625B-FE2E-707504A247D7}"/>
          </ac:spMkLst>
        </pc:spChg>
        <pc:spChg chg="mod">
          <ac:chgData name="Настя Витухина" userId="911dad6a5872d546" providerId="LiveId" clId="{CCACD3C3-B803-496E-A1EE-83C61E962578}" dt="2026-01-13T22:40:53.136" v="161" actId="14100"/>
          <ac:spMkLst>
            <pc:docMk/>
            <pc:sldMk cId="2515043445" sldId="265"/>
            <ac:spMk id="4" creationId="{99A85A5C-7F5A-08DE-6564-5342571D90BE}"/>
          </ac:spMkLst>
        </pc:spChg>
        <pc:spChg chg="add mod">
          <ac:chgData name="Настя Витухина" userId="911dad6a5872d546" providerId="LiveId" clId="{CCACD3C3-B803-496E-A1EE-83C61E962578}" dt="2026-01-13T22:47:40.793" v="251" actId="404"/>
          <ac:spMkLst>
            <pc:docMk/>
            <pc:sldMk cId="2515043445" sldId="265"/>
            <ac:spMk id="5" creationId="{65B2FF0B-53D3-DB9A-C355-B2CC4B88A8AE}"/>
          </ac:spMkLst>
        </pc:spChg>
        <pc:spChg chg="add mod">
          <ac:chgData name="Настя Витухина" userId="911dad6a5872d546" providerId="LiveId" clId="{CCACD3C3-B803-496E-A1EE-83C61E962578}" dt="2026-01-13T22:42:20.255" v="175" actId="1076"/>
          <ac:spMkLst>
            <pc:docMk/>
            <pc:sldMk cId="2515043445" sldId="265"/>
            <ac:spMk id="6" creationId="{2F2FF23C-F78C-A06E-CD0E-80760EBB47CB}"/>
          </ac:spMkLst>
        </pc:spChg>
        <pc:spChg chg="del">
          <ac:chgData name="Настя Витухина" userId="911dad6a5872d546" providerId="LiveId" clId="{CCACD3C3-B803-496E-A1EE-83C61E962578}" dt="2026-01-13T22:39:44.643" v="118" actId="478"/>
          <ac:spMkLst>
            <pc:docMk/>
            <pc:sldMk cId="2515043445" sldId="265"/>
            <ac:spMk id="7" creationId="{74E3F1E9-C7B2-1D95-CCBA-4B1362C5EB9B}"/>
          </ac:spMkLst>
        </pc:spChg>
        <pc:spChg chg="add mod">
          <ac:chgData name="Настя Витухина" userId="911dad6a5872d546" providerId="LiveId" clId="{CCACD3C3-B803-496E-A1EE-83C61E962578}" dt="2026-01-13T22:47:35.147" v="250" actId="403"/>
          <ac:spMkLst>
            <pc:docMk/>
            <pc:sldMk cId="2515043445" sldId="265"/>
            <ac:spMk id="10" creationId="{459F58DA-96A1-C6E3-6DD9-14FAAD109898}"/>
          </ac:spMkLst>
        </pc:spChg>
        <pc:spChg chg="del">
          <ac:chgData name="Настя Витухина" userId="911dad6a5872d546" providerId="LiveId" clId="{CCACD3C3-B803-496E-A1EE-83C61E962578}" dt="2026-01-13T22:39:46.875" v="120" actId="478"/>
          <ac:spMkLst>
            <pc:docMk/>
            <pc:sldMk cId="2515043445" sldId="265"/>
            <ac:spMk id="19" creationId="{662C9428-9BB1-E722-3989-4457270D4D94}"/>
          </ac:spMkLst>
        </pc:spChg>
        <pc:spChg chg="del">
          <ac:chgData name="Настя Витухина" userId="911dad6a5872d546" providerId="LiveId" clId="{CCACD3C3-B803-496E-A1EE-83C61E962578}" dt="2026-01-13T22:39:46.875" v="120" actId="478"/>
          <ac:spMkLst>
            <pc:docMk/>
            <pc:sldMk cId="2515043445" sldId="265"/>
            <ac:spMk id="20" creationId="{E9233C00-4DED-BB6A-519D-FF2A30E6A81A}"/>
          </ac:spMkLst>
        </pc:spChg>
        <pc:spChg chg="del">
          <ac:chgData name="Настя Витухина" userId="911dad6a5872d546" providerId="LiveId" clId="{CCACD3C3-B803-496E-A1EE-83C61E962578}" dt="2026-01-13T22:39:46.875" v="120" actId="478"/>
          <ac:spMkLst>
            <pc:docMk/>
            <pc:sldMk cId="2515043445" sldId="265"/>
            <ac:spMk id="21" creationId="{A1F4F251-2748-E92C-5124-D5EE92D6D7D8}"/>
          </ac:spMkLst>
        </pc:spChg>
        <pc:spChg chg="del">
          <ac:chgData name="Настя Витухина" userId="911dad6a5872d546" providerId="LiveId" clId="{CCACD3C3-B803-496E-A1EE-83C61E962578}" dt="2026-01-13T22:39:46.875" v="120" actId="478"/>
          <ac:spMkLst>
            <pc:docMk/>
            <pc:sldMk cId="2515043445" sldId="265"/>
            <ac:spMk id="29" creationId="{9EE8FB07-8A12-C597-6841-D70B0E1252B5}"/>
          </ac:spMkLst>
        </pc:spChg>
        <pc:spChg chg="del">
          <ac:chgData name="Настя Витухина" userId="911dad6a5872d546" providerId="LiveId" clId="{CCACD3C3-B803-496E-A1EE-83C61E962578}" dt="2026-01-13T22:39:46.875" v="120" actId="478"/>
          <ac:spMkLst>
            <pc:docMk/>
            <pc:sldMk cId="2515043445" sldId="265"/>
            <ac:spMk id="30" creationId="{E6D9CBB2-F090-7BD3-CDA5-1FC074BCF922}"/>
          </ac:spMkLst>
        </pc:spChg>
        <pc:spChg chg="del">
          <ac:chgData name="Настя Витухина" userId="911dad6a5872d546" providerId="LiveId" clId="{CCACD3C3-B803-496E-A1EE-83C61E962578}" dt="2026-01-13T22:39:46.875" v="120" actId="478"/>
          <ac:spMkLst>
            <pc:docMk/>
            <pc:sldMk cId="2515043445" sldId="265"/>
            <ac:spMk id="31" creationId="{C453F158-A2C8-FBEC-1B74-7423FAE1B5FC}"/>
          </ac:spMkLst>
        </pc:spChg>
        <pc:spChg chg="del">
          <ac:chgData name="Настя Витухина" userId="911dad6a5872d546" providerId="LiveId" clId="{CCACD3C3-B803-496E-A1EE-83C61E962578}" dt="2026-01-13T22:39:48.745" v="122" actId="478"/>
          <ac:spMkLst>
            <pc:docMk/>
            <pc:sldMk cId="2515043445" sldId="265"/>
            <ac:spMk id="33" creationId="{113E14A9-F9B7-90DA-FC50-1707BF53D7F0}"/>
          </ac:spMkLst>
        </pc:spChg>
        <pc:spChg chg="del">
          <ac:chgData name="Настя Витухина" userId="911dad6a5872d546" providerId="LiveId" clId="{CCACD3C3-B803-496E-A1EE-83C61E962578}" dt="2026-01-13T22:39:47.945" v="121" actId="478"/>
          <ac:spMkLst>
            <pc:docMk/>
            <pc:sldMk cId="2515043445" sldId="265"/>
            <ac:spMk id="35" creationId="{94DDB8CF-46A2-2AC6-5D84-B9BAD4B293E2}"/>
          </ac:spMkLst>
        </pc:spChg>
        <pc:spChg chg="del">
          <ac:chgData name="Настя Витухина" userId="911dad6a5872d546" providerId="LiveId" clId="{CCACD3C3-B803-496E-A1EE-83C61E962578}" dt="2026-01-13T22:39:47.945" v="121" actId="478"/>
          <ac:spMkLst>
            <pc:docMk/>
            <pc:sldMk cId="2515043445" sldId="265"/>
            <ac:spMk id="36" creationId="{FB1155E4-B9BB-BCBB-4EFA-17742F7EB7C6}"/>
          </ac:spMkLst>
        </pc:spChg>
        <pc:cxnChg chg="del mod">
          <ac:chgData name="Настя Витухина" userId="911dad6a5872d546" providerId="LiveId" clId="{CCACD3C3-B803-496E-A1EE-83C61E962578}" dt="2026-01-13T22:39:46.875" v="120" actId="478"/>
          <ac:cxnSpMkLst>
            <pc:docMk/>
            <pc:sldMk cId="2515043445" sldId="265"/>
            <ac:cxnSpMk id="9" creationId="{A067CC59-DEA8-14FB-15BF-86E5B4F9A5AA}"/>
          </ac:cxnSpMkLst>
        </pc:cxnChg>
        <pc:cxnChg chg="del">
          <ac:chgData name="Настя Витухина" userId="911dad6a5872d546" providerId="LiveId" clId="{CCACD3C3-B803-496E-A1EE-83C61E962578}" dt="2026-01-13T22:39:45.543" v="119" actId="478"/>
          <ac:cxnSpMkLst>
            <pc:docMk/>
            <pc:sldMk cId="2515043445" sldId="265"/>
            <ac:cxnSpMk id="12" creationId="{84F6D297-D664-8783-EB7E-9BE87511835A}"/>
          </ac:cxnSpMkLst>
        </pc:cxnChg>
        <pc:cxnChg chg="del">
          <ac:chgData name="Настя Витухина" userId="911dad6a5872d546" providerId="LiveId" clId="{CCACD3C3-B803-496E-A1EE-83C61E962578}" dt="2026-01-13T22:39:46.875" v="120" actId="478"/>
          <ac:cxnSpMkLst>
            <pc:docMk/>
            <pc:sldMk cId="2515043445" sldId="265"/>
            <ac:cxnSpMk id="14" creationId="{16C12E25-19F9-CBE4-211D-834F44B4A853}"/>
          </ac:cxnSpMkLst>
        </pc:cxnChg>
        <pc:cxnChg chg="del">
          <ac:chgData name="Настя Витухина" userId="911dad6a5872d546" providerId="LiveId" clId="{CCACD3C3-B803-496E-A1EE-83C61E962578}" dt="2026-01-13T22:39:46.875" v="120" actId="478"/>
          <ac:cxnSpMkLst>
            <pc:docMk/>
            <pc:sldMk cId="2515043445" sldId="265"/>
            <ac:cxnSpMk id="16" creationId="{3FBC4EBB-D625-75B9-F207-D77C3EB5C17E}"/>
          </ac:cxnSpMkLst>
        </pc:cxnChg>
        <pc:cxnChg chg="del">
          <ac:chgData name="Настя Витухина" userId="911dad6a5872d546" providerId="LiveId" clId="{CCACD3C3-B803-496E-A1EE-83C61E962578}" dt="2026-01-13T22:39:46.875" v="120" actId="478"/>
          <ac:cxnSpMkLst>
            <pc:docMk/>
            <pc:sldMk cId="2515043445" sldId="265"/>
            <ac:cxnSpMk id="18" creationId="{D9AA32B4-5AAA-1675-AB67-77C689AD489E}"/>
          </ac:cxnSpMkLst>
        </pc:cxnChg>
        <pc:cxnChg chg="del">
          <ac:chgData name="Настя Витухина" userId="911dad6a5872d546" providerId="LiveId" clId="{CCACD3C3-B803-496E-A1EE-83C61E962578}" dt="2026-01-13T22:39:47.945" v="121" actId="478"/>
          <ac:cxnSpMkLst>
            <pc:docMk/>
            <pc:sldMk cId="2515043445" sldId="265"/>
            <ac:cxnSpMk id="23" creationId="{FD851C7A-FA88-C4EE-BB1A-03C2EC996B6E}"/>
          </ac:cxnSpMkLst>
        </pc:cxnChg>
        <pc:cxnChg chg="del">
          <ac:chgData name="Настя Витухина" userId="911dad6a5872d546" providerId="LiveId" clId="{CCACD3C3-B803-496E-A1EE-83C61E962578}" dt="2026-01-13T22:39:47.945" v="121" actId="478"/>
          <ac:cxnSpMkLst>
            <pc:docMk/>
            <pc:sldMk cId="2515043445" sldId="265"/>
            <ac:cxnSpMk id="24" creationId="{24D616B0-C079-D41A-EBEA-6DDFF18C7280}"/>
          </ac:cxnSpMkLst>
        </pc:cxnChg>
        <pc:cxnChg chg="del">
          <ac:chgData name="Настя Витухина" userId="911dad6a5872d546" providerId="LiveId" clId="{CCACD3C3-B803-496E-A1EE-83C61E962578}" dt="2026-01-13T22:39:47.945" v="121" actId="478"/>
          <ac:cxnSpMkLst>
            <pc:docMk/>
            <pc:sldMk cId="2515043445" sldId="265"/>
            <ac:cxnSpMk id="25" creationId="{02E433AC-0625-F928-04ED-CA6124369BFB}"/>
          </ac:cxnSpMkLst>
        </pc:cxnChg>
      </pc:sldChg>
      <pc:sldChg chg="addSp delSp modSp add mod ord">
        <pc:chgData name="Настя Витухина" userId="911dad6a5872d546" providerId="LiveId" clId="{CCACD3C3-B803-496E-A1EE-83C61E962578}" dt="2026-01-13T22:54:38.569" v="296" actId="1440"/>
        <pc:sldMkLst>
          <pc:docMk/>
          <pc:sldMk cId="2097972118" sldId="266"/>
        </pc:sldMkLst>
        <pc:spChg chg="del">
          <ac:chgData name="Настя Витухина" userId="911dad6a5872d546" providerId="LiveId" clId="{CCACD3C3-B803-496E-A1EE-83C61E962578}" dt="2026-01-13T22:52:23.419" v="255" actId="478"/>
          <ac:spMkLst>
            <pc:docMk/>
            <pc:sldMk cId="2097972118" sldId="266"/>
            <ac:spMk id="3" creationId="{F5FCE4A8-A4B6-52D0-7E50-AD475CA6C27B}"/>
          </ac:spMkLst>
        </pc:spChg>
        <pc:spChg chg="mod">
          <ac:chgData name="Настя Витухина" userId="911dad6a5872d546" providerId="LiveId" clId="{CCACD3C3-B803-496E-A1EE-83C61E962578}" dt="2026-01-13T22:52:48.440" v="284" actId="1076"/>
          <ac:spMkLst>
            <pc:docMk/>
            <pc:sldMk cId="2097972118" sldId="266"/>
            <ac:spMk id="9" creationId="{F40634ED-08FD-8930-D1A2-E458FCC5E7FE}"/>
          </ac:spMkLst>
        </pc:spChg>
        <pc:picChg chg="add mod">
          <ac:chgData name="Настя Витухина" userId="911dad6a5872d546" providerId="LiveId" clId="{CCACD3C3-B803-496E-A1EE-83C61E962578}" dt="2026-01-13T22:53:53.424" v="289" actId="1076"/>
          <ac:picMkLst>
            <pc:docMk/>
            <pc:sldMk cId="2097972118" sldId="266"/>
            <ac:picMk id="4" creationId="{857A9032-4537-186C-3FBD-B955048BA9F1}"/>
          </ac:picMkLst>
        </pc:picChg>
        <pc:picChg chg="add mod">
          <ac:chgData name="Настя Витухина" userId="911dad6a5872d546" providerId="LiveId" clId="{CCACD3C3-B803-496E-A1EE-83C61E962578}" dt="2026-01-13T22:54:38.569" v="296" actId="1440"/>
          <ac:picMkLst>
            <pc:docMk/>
            <pc:sldMk cId="2097972118" sldId="266"/>
            <ac:picMk id="6" creationId="{8963E701-701C-1F6C-09D4-BBD9422D3DBD}"/>
          </ac:picMkLst>
        </pc:picChg>
      </pc:sldChg>
      <pc:sldChg chg="addSp delSp modSp add mod">
        <pc:chgData name="Настя Витухина" userId="911dad6a5872d546" providerId="LiveId" clId="{CCACD3C3-B803-496E-A1EE-83C61E962578}" dt="2026-01-13T23:31:42.473" v="336" actId="1076"/>
        <pc:sldMkLst>
          <pc:docMk/>
          <pc:sldMk cId="2021153795" sldId="267"/>
        </pc:sldMkLst>
        <pc:spChg chg="del">
          <ac:chgData name="Настя Витухина" userId="911dad6a5872d546" providerId="LiveId" clId="{CCACD3C3-B803-496E-A1EE-83C61E962578}" dt="2026-01-13T22:55:33.033" v="300" actId="478"/>
          <ac:spMkLst>
            <pc:docMk/>
            <pc:sldMk cId="2021153795" sldId="267"/>
            <ac:spMk id="9" creationId="{8486F048-0014-1CDF-D18A-685F23043159}"/>
          </ac:spMkLst>
        </pc:spChg>
        <pc:picChg chg="add mod">
          <ac:chgData name="Настя Витухина" userId="911dad6a5872d546" providerId="LiveId" clId="{CCACD3C3-B803-496E-A1EE-83C61E962578}" dt="2026-01-13T23:31:17.808" v="331" actId="14861"/>
          <ac:picMkLst>
            <pc:docMk/>
            <pc:sldMk cId="2021153795" sldId="267"/>
            <ac:picMk id="2" creationId="{554B3A9D-0558-1450-7448-AD8E5A9BEE97}"/>
          </ac:picMkLst>
        </pc:picChg>
        <pc:picChg chg="add mod">
          <ac:chgData name="Настя Витухина" userId="911dad6a5872d546" providerId="LiveId" clId="{CCACD3C3-B803-496E-A1EE-83C61E962578}" dt="2026-01-13T23:31:37.340" v="334" actId="1076"/>
          <ac:picMkLst>
            <pc:docMk/>
            <pc:sldMk cId="2021153795" sldId="267"/>
            <ac:picMk id="3" creationId="{5DE89283-AD54-36BE-9165-D2A66728118C}"/>
          </ac:picMkLst>
        </pc:picChg>
        <pc:picChg chg="del">
          <ac:chgData name="Настя Витухина" userId="911dad6a5872d546" providerId="LiveId" clId="{CCACD3C3-B803-496E-A1EE-83C61E962578}" dt="2026-01-13T22:55:30.376" v="299" actId="478"/>
          <ac:picMkLst>
            <pc:docMk/>
            <pc:sldMk cId="2021153795" sldId="267"/>
            <ac:picMk id="4" creationId="{6F8D7DCB-6A07-4CFD-3398-6B6143700C8F}"/>
          </ac:picMkLst>
        </pc:picChg>
        <pc:picChg chg="add mod">
          <ac:chgData name="Настя Витухина" userId="911dad6a5872d546" providerId="LiveId" clId="{CCACD3C3-B803-496E-A1EE-83C61E962578}" dt="2026-01-13T23:31:42.473" v="336" actId="1076"/>
          <ac:picMkLst>
            <pc:docMk/>
            <pc:sldMk cId="2021153795" sldId="267"/>
            <ac:picMk id="5" creationId="{D0D976A2-CCC9-9EAA-7393-D3D8F3F90CC6}"/>
          </ac:picMkLst>
        </pc:picChg>
        <pc:picChg chg="del">
          <ac:chgData name="Настя Витухина" userId="911dad6a5872d546" providerId="LiveId" clId="{CCACD3C3-B803-496E-A1EE-83C61E962578}" dt="2026-01-13T22:55:29.012" v="298" actId="478"/>
          <ac:picMkLst>
            <pc:docMk/>
            <pc:sldMk cId="2021153795" sldId="267"/>
            <ac:picMk id="6" creationId="{16F9774A-D733-62E5-08E8-2C6974AD6124}"/>
          </ac:picMkLst>
        </pc:picChg>
      </pc:sldChg>
      <pc:sldChg chg="addSp delSp modSp add mod">
        <pc:chgData name="Настя Витухина" userId="911dad6a5872d546" providerId="LiveId" clId="{CCACD3C3-B803-496E-A1EE-83C61E962578}" dt="2026-01-13T23:33:07.511" v="350" actId="1076"/>
        <pc:sldMkLst>
          <pc:docMk/>
          <pc:sldMk cId="819520739" sldId="268"/>
        </pc:sldMkLst>
        <pc:picChg chg="del">
          <ac:chgData name="Настя Витухина" userId="911dad6a5872d546" providerId="LiveId" clId="{CCACD3C3-B803-496E-A1EE-83C61E962578}" dt="2026-01-13T23:29:54.456" v="319" actId="478"/>
          <ac:picMkLst>
            <pc:docMk/>
            <pc:sldMk cId="819520739" sldId="268"/>
            <ac:picMk id="2" creationId="{AD56301D-CA1D-4984-C7C8-0B253A5B63F4}"/>
          </ac:picMkLst>
        </pc:picChg>
        <pc:picChg chg="del">
          <ac:chgData name="Настя Витухина" userId="911dad6a5872d546" providerId="LiveId" clId="{CCACD3C3-B803-496E-A1EE-83C61E962578}" dt="2026-01-13T23:29:55.755" v="321" actId="478"/>
          <ac:picMkLst>
            <pc:docMk/>
            <pc:sldMk cId="819520739" sldId="268"/>
            <ac:picMk id="3" creationId="{A3B2893E-EE6C-BA78-A913-B4BFE3F1D832}"/>
          </ac:picMkLst>
        </pc:picChg>
        <pc:picChg chg="add mod">
          <ac:chgData name="Настя Витухина" userId="911dad6a5872d546" providerId="LiveId" clId="{CCACD3C3-B803-496E-A1EE-83C61E962578}" dt="2026-01-13T23:31:58.800" v="339" actId="14861"/>
          <ac:picMkLst>
            <pc:docMk/>
            <pc:sldMk cId="819520739" sldId="268"/>
            <ac:picMk id="4" creationId="{8158049B-854E-88C0-5692-3DE6A962EE11}"/>
          </ac:picMkLst>
        </pc:picChg>
        <pc:picChg chg="del">
          <ac:chgData name="Настя Витухина" userId="911dad6a5872d546" providerId="LiveId" clId="{CCACD3C3-B803-496E-A1EE-83C61E962578}" dt="2026-01-13T23:29:55.134" v="320" actId="478"/>
          <ac:picMkLst>
            <pc:docMk/>
            <pc:sldMk cId="819520739" sldId="268"/>
            <ac:picMk id="5" creationId="{575A2C96-96BC-AECE-F1BD-CABED97BD385}"/>
          </ac:picMkLst>
        </pc:picChg>
        <pc:picChg chg="add mod">
          <ac:chgData name="Настя Витухина" userId="911dad6a5872d546" providerId="LiveId" clId="{CCACD3C3-B803-496E-A1EE-83C61E962578}" dt="2026-01-13T23:33:07.511" v="350" actId="1076"/>
          <ac:picMkLst>
            <pc:docMk/>
            <pc:sldMk cId="819520739" sldId="268"/>
            <ac:picMk id="6" creationId="{83352256-2A65-2467-7EA3-B48DCE81DF43}"/>
          </ac:picMkLst>
        </pc:picChg>
        <pc:picChg chg="add mod">
          <ac:chgData name="Настя Витухина" userId="911dad6a5872d546" providerId="LiveId" clId="{CCACD3C3-B803-496E-A1EE-83C61E962578}" dt="2026-01-13T23:33:06.349" v="349" actId="1076"/>
          <ac:picMkLst>
            <pc:docMk/>
            <pc:sldMk cId="819520739" sldId="268"/>
            <ac:picMk id="7" creationId="{E08DC051-38BB-78A8-A495-7734C1DE2E7D}"/>
          </ac:picMkLst>
        </pc:picChg>
        <pc:picChg chg="add mod">
          <ac:chgData name="Настя Витухина" userId="911dad6a5872d546" providerId="LiveId" clId="{CCACD3C3-B803-496E-A1EE-83C61E962578}" dt="2026-01-13T23:32:31.587" v="344" actId="14861"/>
          <ac:picMkLst>
            <pc:docMk/>
            <pc:sldMk cId="819520739" sldId="268"/>
            <ac:picMk id="8" creationId="{50E00A9A-164D-1811-FEF8-B649D16B20E2}"/>
          </ac:picMkLst>
        </pc:picChg>
        <pc:picChg chg="add del mod">
          <ac:chgData name="Настя Витухина" userId="911dad6a5872d546" providerId="LiveId" clId="{CCACD3C3-B803-496E-A1EE-83C61E962578}" dt="2026-01-13T23:32:53.975" v="348" actId="478"/>
          <ac:picMkLst>
            <pc:docMk/>
            <pc:sldMk cId="819520739" sldId="268"/>
            <ac:picMk id="9" creationId="{DD776190-A8FC-4696-32D4-85061727C8A7}"/>
          </ac:picMkLst>
        </pc:picChg>
      </pc:sldChg>
      <pc:sldChg chg="delSp add del mod">
        <pc:chgData name="Настя Витухина" userId="911dad6a5872d546" providerId="LiveId" clId="{CCACD3C3-B803-496E-A1EE-83C61E962578}" dt="2026-01-13T23:33:36.432" v="361" actId="47"/>
        <pc:sldMkLst>
          <pc:docMk/>
          <pc:sldMk cId="3393190701" sldId="269"/>
        </pc:sldMkLst>
        <pc:picChg chg="del">
          <ac:chgData name="Настя Витухина" userId="911dad6a5872d546" providerId="LiveId" clId="{CCACD3C3-B803-496E-A1EE-83C61E962578}" dt="2026-01-13T23:33:19.932" v="354" actId="478"/>
          <ac:picMkLst>
            <pc:docMk/>
            <pc:sldMk cId="3393190701" sldId="269"/>
            <ac:picMk id="4" creationId="{760CB620-ACF6-232A-0CE4-118F9E8513ED}"/>
          </ac:picMkLst>
        </pc:picChg>
        <pc:picChg chg="del">
          <ac:chgData name="Настя Витухина" userId="911dad6a5872d546" providerId="LiveId" clId="{CCACD3C3-B803-496E-A1EE-83C61E962578}" dt="2026-01-13T23:33:19.064" v="353" actId="478"/>
          <ac:picMkLst>
            <pc:docMk/>
            <pc:sldMk cId="3393190701" sldId="269"/>
            <ac:picMk id="6" creationId="{F1FC1128-B062-2771-55D3-EE15BDEE35E1}"/>
          </ac:picMkLst>
        </pc:picChg>
        <pc:picChg chg="del">
          <ac:chgData name="Настя Витухина" userId="911dad6a5872d546" providerId="LiveId" clId="{CCACD3C3-B803-496E-A1EE-83C61E962578}" dt="2026-01-13T23:33:18.187" v="352" actId="478"/>
          <ac:picMkLst>
            <pc:docMk/>
            <pc:sldMk cId="3393190701" sldId="269"/>
            <ac:picMk id="7" creationId="{4604B8E5-E9FB-97ED-D2BF-7441774DCEFE}"/>
          </ac:picMkLst>
        </pc:picChg>
        <pc:picChg chg="del">
          <ac:chgData name="Настя Витухина" userId="911dad6a5872d546" providerId="LiveId" clId="{CCACD3C3-B803-496E-A1EE-83C61E962578}" dt="2026-01-13T23:33:20.606" v="355" actId="478"/>
          <ac:picMkLst>
            <pc:docMk/>
            <pc:sldMk cId="3393190701" sldId="269"/>
            <ac:picMk id="8" creationId="{C8DF5DE2-5D5F-E002-7A3D-4FE07F2FF9C0}"/>
          </ac:picMkLst>
        </pc:picChg>
      </pc:sldChg>
      <pc:sldChg chg="addSp delSp modSp add mod ord">
        <pc:chgData name="Настя Витухина" userId="911dad6a5872d546" providerId="LiveId" clId="{CCACD3C3-B803-496E-A1EE-83C61E962578}" dt="2026-01-13T23:34:06.651" v="397" actId="14100"/>
        <pc:sldMkLst>
          <pc:docMk/>
          <pc:sldMk cId="944229060" sldId="270"/>
        </pc:sldMkLst>
        <pc:spChg chg="mod">
          <ac:chgData name="Настя Витухина" userId="911dad6a5872d546" providerId="LiveId" clId="{CCACD3C3-B803-496E-A1EE-83C61E962578}" dt="2026-01-13T23:34:06.651" v="397" actId="14100"/>
          <ac:spMkLst>
            <pc:docMk/>
            <pc:sldMk cId="944229060" sldId="270"/>
            <ac:spMk id="2" creationId="{7E4658F8-A4FD-078D-1ADF-19A85BCB3E44}"/>
          </ac:spMkLst>
        </pc:spChg>
        <pc:spChg chg="del">
          <ac:chgData name="Настя Витухина" userId="911dad6a5872d546" providerId="LiveId" clId="{CCACD3C3-B803-496E-A1EE-83C61E962578}" dt="2026-01-13T23:33:52.783" v="388" actId="478"/>
          <ac:spMkLst>
            <pc:docMk/>
            <pc:sldMk cId="944229060" sldId="270"/>
            <ac:spMk id="3" creationId="{0631C08C-3730-B361-800B-F88D60BF4EA0}"/>
          </ac:spMkLst>
        </pc:spChg>
        <pc:spChg chg="add del mod">
          <ac:chgData name="Настя Витухина" userId="911dad6a5872d546" providerId="LiveId" clId="{CCACD3C3-B803-496E-A1EE-83C61E962578}" dt="2026-01-13T23:33:56.489" v="389" actId="478"/>
          <ac:spMkLst>
            <pc:docMk/>
            <pc:sldMk cId="944229060" sldId="270"/>
            <ac:spMk id="5" creationId="{8FD86EC0-301C-169E-200F-51DCE85BE04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440B6-7C81-42CA-B677-FFA057057F6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D704CE-54E0-4534-9966-10FF36A375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555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704CE-54E0-4534-9966-10FF36A3751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812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0DE2E-2412-4A27-7883-1E9DE3F62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EA03384-F34F-8CBA-3D2E-9CBE13C879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97622C2-7DAC-B416-C427-E324D17BE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F40058-6A58-77E8-5423-DE94AC49E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704CE-54E0-4534-9966-10FF36A3751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652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19CE8-CE2F-A467-DDC1-B630F9401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E0002AF-CE59-10D9-8A82-66C8F8B59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3B9250E-699F-188C-4538-CB811EC4D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3E918C-CCCA-1F88-E18E-DD5BB916B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704CE-54E0-4534-9966-10FF36A3751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366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243208" y="2858518"/>
            <a:ext cx="9144000" cy="1668284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 err="1"/>
              <a:t>заголовок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243208" y="4700789"/>
            <a:ext cx="9144000" cy="678712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latin typeface="PermianSansTypeface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972751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14.01.2026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51" y="764789"/>
            <a:ext cx="1237049" cy="1237049"/>
          </a:xfrm>
          <a:prstGeom prst="rect">
            <a:avLst/>
          </a:prstGeom>
        </p:spPr>
      </p:pic>
      <p:sp>
        <p:nvSpPr>
          <p:cNvPr id="10" name="Прямоугольник 9"/>
          <p:cNvSpPr/>
          <p:nvPr userDrawn="1"/>
        </p:nvSpPr>
        <p:spPr>
          <a:xfrm>
            <a:off x="972751" y="2559028"/>
            <a:ext cx="109074" cy="28204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0321689" y="22903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0969171" y="-28046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572483" y="64415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132457" y="5169133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1433892" y="464686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830666" y="5664686"/>
            <a:ext cx="993018" cy="1042217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049401" y="3948216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0460196" y="3754568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11293215" y="2514070"/>
            <a:ext cx="369013" cy="38729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375138" y="596905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-181705" y="606648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566898" y="609419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76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79A5D-2E1E-4122-8255-844A0375AB5C}" type="datetimeFigureOut">
              <a:rPr lang="ru-RU" smtClean="0"/>
              <a:pPr/>
              <a:t>14.01.2026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0" y="365124"/>
            <a:ext cx="12192000" cy="1325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/>
          </p:nvPr>
        </p:nvSpPr>
        <p:spPr>
          <a:xfrm>
            <a:off x="838200" y="1851660"/>
            <a:ext cx="10515600" cy="427450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3532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11362" y="1375304"/>
            <a:ext cx="485775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618322" y="524933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974229" y="229763"/>
            <a:ext cx="281236" cy="2951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8402" y="5913315"/>
            <a:ext cx="388412" cy="4076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472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14.01.2026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3"/>
          </p:nvPr>
        </p:nvSpPr>
        <p:spPr>
          <a:xfrm>
            <a:off x="0" y="988484"/>
            <a:ext cx="8610600" cy="34141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7703132" y="1580885"/>
            <a:ext cx="3650668" cy="205157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838200" y="4847961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idx="14"/>
          </p:nvPr>
        </p:nvSpPr>
        <p:spPr>
          <a:xfrm>
            <a:off x="4038600" y="484796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idx="15"/>
          </p:nvPr>
        </p:nvSpPr>
        <p:spPr>
          <a:xfrm>
            <a:off x="7239000" y="4842934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24956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44945" y="674600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6597293" y="218281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8462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70466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8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6311" y="2478088"/>
            <a:ext cx="4857750" cy="2852737"/>
          </a:xfrm>
        </p:spPr>
        <p:txBody>
          <a:bodyPr anchor="b"/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6311" y="5357813"/>
            <a:ext cx="4857750" cy="738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8805332" y="0"/>
            <a:ext cx="3081867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5621867" y="0"/>
            <a:ext cx="3064933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979964" y="29937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21992" y="0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4230758" y="71449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919658" y="606567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362815" y="616310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19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838200" y="2248429"/>
            <a:ext cx="3869267" cy="23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266266" y="795867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5266266" y="2633133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5266266" y="4470399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5265738" y="795338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1"/>
          </p:nvPr>
        </p:nvSpPr>
        <p:spPr>
          <a:xfrm>
            <a:off x="5265738" y="263260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65738" y="447013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7594600" y="1016189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3"/>
          </p:nvPr>
        </p:nvSpPr>
        <p:spPr>
          <a:xfrm>
            <a:off x="7594600" y="283474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4"/>
          </p:nvPr>
        </p:nvSpPr>
        <p:spPr>
          <a:xfrm>
            <a:off x="7594600" y="4682143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104592" y="5394464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768579" y="637510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4305129" y="4470134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4715924" y="4276486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10509290" y="355847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939961" y="494552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11632096" y="134659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11643692" y="4987890"/>
            <a:ext cx="884321" cy="92813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9443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-244699" y="-244699"/>
            <a:ext cx="12672812" cy="740535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6278" y="2795194"/>
            <a:ext cx="5950857" cy="1325563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453031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825625"/>
            <a:ext cx="73152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13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973943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4038600" y="2554514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Объект 2"/>
          <p:cNvSpPr>
            <a:spLocks noGrp="1"/>
          </p:cNvSpPr>
          <p:nvPr>
            <p:ph idx="16"/>
          </p:nvPr>
        </p:nvSpPr>
        <p:spPr>
          <a:xfrm>
            <a:off x="4038600" y="3534229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7"/>
          </p:nvPr>
        </p:nvSpPr>
        <p:spPr>
          <a:xfrm>
            <a:off x="4038600" y="4114800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Объект 2"/>
          <p:cNvSpPr>
            <a:spLocks noGrp="1"/>
          </p:cNvSpPr>
          <p:nvPr>
            <p:ph idx="18"/>
          </p:nvPr>
        </p:nvSpPr>
        <p:spPr>
          <a:xfrm>
            <a:off x="4038600" y="5116285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Объект 2"/>
          <p:cNvSpPr>
            <a:spLocks noGrp="1"/>
          </p:cNvSpPr>
          <p:nvPr>
            <p:ph idx="19"/>
          </p:nvPr>
        </p:nvSpPr>
        <p:spPr>
          <a:xfrm>
            <a:off x="4038600" y="5696856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950239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628864" y="1937433"/>
            <a:ext cx="1344456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7484" y="1882894"/>
            <a:ext cx="1446845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3392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747157" y="1937433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5515427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9283699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843667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667579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65857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471385" y="1937433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4230459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978721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9738477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394902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8552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47800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177142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164115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31331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9613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5"/>
          </p:nvPr>
        </p:nvSpPr>
        <p:spPr>
          <a:xfrm>
            <a:off x="5360562" y="0"/>
            <a:ext cx="6831437" cy="2699657"/>
          </a:xfrm>
          <a:noFill/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7431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6197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6634617" y="992187"/>
            <a:ext cx="4991326" cy="4873625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94180" y="696685"/>
            <a:ext cx="4907187" cy="5476647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473907" y="503916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7407233" y="195032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143176" y="6173333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328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939800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409916" cy="1325563"/>
          </a:xfrm>
        </p:spPr>
        <p:txBody>
          <a:bodyPr/>
          <a:lstStyle>
            <a:lvl1pPr algn="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1247775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33685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1" name="Рисунок 3"/>
          <p:cNvSpPr>
            <a:spLocks noGrp="1"/>
          </p:cNvSpPr>
          <p:nvPr>
            <p:ph type="pic" sz="quarter" idx="11"/>
          </p:nvPr>
        </p:nvSpPr>
        <p:spPr>
          <a:xfrm>
            <a:off x="4941660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327116" y="1929036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3" name="Рисунок 3"/>
          <p:cNvSpPr>
            <a:spLocks noGrp="1"/>
          </p:cNvSpPr>
          <p:nvPr>
            <p:ph type="pic" sz="quarter" idx="12"/>
          </p:nvPr>
        </p:nvSpPr>
        <p:spPr>
          <a:xfrm>
            <a:off x="8635091" y="2233834"/>
            <a:ext cx="2613025" cy="410686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067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2548392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428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4049487" y="4281488"/>
            <a:ext cx="8142513" cy="2576512"/>
          </a:xfrm>
        </p:spPr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323217" y="457200"/>
            <a:ext cx="7375297" cy="33455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168742" y="311976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470177" y="259749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119109" y="362997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0009" y="2521179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733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1633770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6862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274054" y="5745962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575489" y="5223693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224421" y="6256173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27771" y="1389065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4630057" y="1016000"/>
            <a:ext cx="6643997" cy="47299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4746625" y="1146175"/>
            <a:ext cx="6421438" cy="439896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22074" y="3478675"/>
            <a:ext cx="3207656" cy="17450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37585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666" y="840014"/>
            <a:ext cx="6455648" cy="1131796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0638972" y="5545139"/>
            <a:ext cx="1553028" cy="13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74922" y="323744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975666" y="2278742"/>
            <a:ext cx="10110039" cy="295946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0" y="5545138"/>
            <a:ext cx="10609263" cy="1312862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975666" y="0"/>
            <a:ext cx="446735" cy="468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937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337676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2993874"/>
            <a:ext cx="1337676" cy="2104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5"/>
          </p:nvPr>
        </p:nvSpPr>
        <p:spPr>
          <a:xfrm>
            <a:off x="4955784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6"/>
          </p:nvPr>
        </p:nvSpPr>
        <p:spPr>
          <a:xfrm>
            <a:off x="8573892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1775130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7"/>
          </p:nvPr>
        </p:nvSpPr>
        <p:spPr>
          <a:xfrm>
            <a:off x="5393238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8"/>
          </p:nvPr>
        </p:nvSpPr>
        <p:spPr>
          <a:xfrm>
            <a:off x="9011346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972800" y="524932"/>
            <a:ext cx="462417" cy="485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587129" y="1117711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170259" y="5520313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844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1"/>
            <a:ext cx="728481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7284813" y="1"/>
            <a:ext cx="4907187" cy="2946400"/>
          </a:xfrm>
        </p:spPr>
        <p:txBody>
          <a:bodyPr/>
          <a:lstStyle/>
          <a:p>
            <a:endParaRPr lang="ru-RU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284812" y="2946401"/>
            <a:ext cx="4907187" cy="2452913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2"/>
          </p:nvPr>
        </p:nvSpPr>
        <p:spPr>
          <a:xfrm>
            <a:off x="7284813" y="5399314"/>
            <a:ext cx="4907187" cy="1458686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596673" y="2061029"/>
            <a:ext cx="6079897" cy="4285797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5552039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772209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0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446550" y="490912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859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10914742" y="0"/>
            <a:ext cx="12772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0885488" cy="3468914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857828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Текст 2"/>
          <p:cNvSpPr>
            <a:spLocks noGrp="1"/>
          </p:cNvSpPr>
          <p:nvPr>
            <p:ph type="body" idx="1"/>
          </p:nvPr>
        </p:nvSpPr>
        <p:spPr>
          <a:xfrm>
            <a:off x="812799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5014684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Текст 2"/>
          <p:cNvSpPr>
            <a:spLocks noGrp="1"/>
          </p:cNvSpPr>
          <p:nvPr>
            <p:ph type="body" idx="11"/>
          </p:nvPr>
        </p:nvSpPr>
        <p:spPr>
          <a:xfrm>
            <a:off x="3969655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8171540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Текст 2"/>
          <p:cNvSpPr>
            <a:spLocks noGrp="1"/>
          </p:cNvSpPr>
          <p:nvPr>
            <p:ph type="body" idx="12"/>
          </p:nvPr>
        </p:nvSpPr>
        <p:spPr>
          <a:xfrm>
            <a:off x="7126511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66410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0733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4" y="944010"/>
            <a:ext cx="4918756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788813" y="0"/>
            <a:ext cx="57331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6096001" y="560009"/>
            <a:ext cx="5016820" cy="5782734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1"/>
          </p:nvPr>
        </p:nvSpPr>
        <p:spPr>
          <a:xfrm>
            <a:off x="1903979" y="2815771"/>
            <a:ext cx="1986803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3902350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1709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413829" y="0"/>
            <a:ext cx="6778171" cy="6857999"/>
          </a:xfrm>
        </p:spPr>
        <p:txBody>
          <a:bodyPr/>
          <a:lstStyle/>
          <a:p>
            <a:endParaRPr lang="ru-RU"/>
          </a:p>
        </p:txBody>
      </p:sp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07542" y="1156202"/>
            <a:ext cx="3483429" cy="2023549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4" name="Заголовок 1"/>
          <p:cNvSpPr txBox="1">
            <a:spLocks/>
          </p:cNvSpPr>
          <p:nvPr userDrawn="1"/>
        </p:nvSpPr>
        <p:spPr>
          <a:xfrm>
            <a:off x="8122888" y="1156202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5" name="Заголовок 1"/>
          <p:cNvSpPr txBox="1">
            <a:spLocks/>
          </p:cNvSpPr>
          <p:nvPr userDrawn="1"/>
        </p:nvSpPr>
        <p:spPr>
          <a:xfrm>
            <a:off x="4107542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6" name="Заголовок 1"/>
          <p:cNvSpPr txBox="1">
            <a:spLocks/>
          </p:cNvSpPr>
          <p:nvPr userDrawn="1"/>
        </p:nvSpPr>
        <p:spPr>
          <a:xfrm>
            <a:off x="8122888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22" name="Заголовок 1"/>
          <p:cNvSpPr txBox="1">
            <a:spLocks/>
          </p:cNvSpPr>
          <p:nvPr userDrawn="1"/>
        </p:nvSpPr>
        <p:spPr>
          <a:xfrm>
            <a:off x="631045" y="2039934"/>
            <a:ext cx="3650668" cy="2051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2B824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1"/>
                </a:solidFill>
              </a:rPr>
              <a:t>Образец заголовка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2163105" y="6255898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415453" y="5799579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1746595" y="638413"/>
            <a:ext cx="235300" cy="2469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664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504140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5168997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833854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6891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451100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4813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 userDrawn="1"/>
        </p:nvSpPr>
        <p:spPr>
          <a:xfrm>
            <a:off x="8668543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5022735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335314" y="2474647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734181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625272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714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0" y="0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1763" y="1931068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13"/>
          </p:nvPr>
        </p:nvSpPr>
        <p:spPr>
          <a:xfrm>
            <a:off x="6110514" y="0"/>
            <a:ext cx="6081486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sz="quarter" idx="14"/>
          </p:nvPr>
        </p:nvSpPr>
        <p:spPr>
          <a:xfrm>
            <a:off x="0" y="3473599"/>
            <a:ext cx="6110514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Прямоугольник 27"/>
          <p:cNvSpPr/>
          <p:nvPr userDrawn="1"/>
        </p:nvSpPr>
        <p:spPr>
          <a:xfrm>
            <a:off x="6110514" y="3473599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471763" y="998612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6"/>
          </p:nvPr>
        </p:nvSpPr>
        <p:spPr>
          <a:xfrm>
            <a:off x="6582277" y="5371590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6582277" y="4439134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34074713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91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393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14.01.2026</a:t>
            </a:fld>
            <a:endParaRPr lang="ru-RU" dirty="0"/>
          </a:p>
        </p:txBody>
      </p:sp>
      <p:sp>
        <p:nvSpPr>
          <p:cNvPr id="9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904049" y="631190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476049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95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1" r:id="rId2"/>
    <p:sldLayoutId id="2147483660" r:id="rId3"/>
    <p:sldLayoutId id="2147483655" r:id="rId4"/>
    <p:sldLayoutId id="2147483651" r:id="rId5"/>
    <p:sldLayoutId id="2147483661" r:id="rId6"/>
    <p:sldLayoutId id="2147483654" r:id="rId7"/>
    <p:sldLayoutId id="2147483650" r:id="rId8"/>
    <p:sldLayoutId id="2147483679" r:id="rId9"/>
    <p:sldLayoutId id="2147483663" r:id="rId10"/>
    <p:sldLayoutId id="2147483652" r:id="rId11"/>
    <p:sldLayoutId id="2147483662" r:id="rId12"/>
    <p:sldLayoutId id="2147483664" r:id="rId13"/>
    <p:sldLayoutId id="2147483665" r:id="rId14"/>
    <p:sldLayoutId id="2147483666" r:id="rId15"/>
    <p:sldLayoutId id="2147483667" r:id="rId16"/>
    <p:sldLayoutId id="2147483653" r:id="rId17"/>
    <p:sldLayoutId id="2147483668" r:id="rId18"/>
    <p:sldLayoutId id="2147483656" r:id="rId19"/>
    <p:sldLayoutId id="2147483669" r:id="rId20"/>
    <p:sldLayoutId id="2147483674" r:id="rId21"/>
    <p:sldLayoutId id="2147483670" r:id="rId22"/>
    <p:sldLayoutId id="2147483671" r:id="rId23"/>
    <p:sldLayoutId id="2147483672" r:id="rId24"/>
    <p:sldLayoutId id="2147483673" r:id="rId25"/>
    <p:sldLayoutId id="2147483675" r:id="rId26"/>
    <p:sldLayoutId id="2147483676" r:id="rId27"/>
    <p:sldLayoutId id="2147483677" r:id="rId28"/>
    <p:sldLayoutId id="2147483678" r:id="rId29"/>
    <p:sldLayoutId id="2147483680" r:id="rId30"/>
    <p:sldLayoutId id="2147483657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Учёт сотрудников предприятия.</a:t>
            </a:r>
            <a:br>
              <a:rPr lang="ru-RU" sz="4000" dirty="0"/>
            </a:br>
            <a:r>
              <a:rPr lang="ru-RU" sz="4000" dirty="0"/>
              <a:t>Разработка программного решения для автоматизации кадрового учёта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Витухина Анастасия Михайловна, Ит-7</a:t>
            </a:r>
          </a:p>
        </p:txBody>
      </p:sp>
    </p:spTree>
    <p:extLst>
      <p:ext uri="{BB962C8B-B14F-4D97-AF65-F5344CB8AC3E}">
        <p14:creationId xmlns:p14="http://schemas.microsoft.com/office/powerpoint/2010/main" val="2240160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>
          <a:xfrm>
            <a:off x="568411" y="1820562"/>
            <a:ext cx="11310551" cy="462966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3500" b="1" dirty="0"/>
              <a:t>Цель проекта</a:t>
            </a:r>
            <a:r>
              <a:rPr lang="en-US" sz="3500" b="1" dirty="0"/>
              <a:t>:</a:t>
            </a:r>
            <a:br>
              <a:rPr lang="ru-RU" sz="3500" dirty="0"/>
            </a:br>
            <a:r>
              <a:rPr lang="ru-RU" sz="3500" dirty="0"/>
              <a:t>Разработка программы для управления базой данных сотрудников с формированием отчётов</a:t>
            </a:r>
          </a:p>
          <a:p>
            <a:pPr marL="0" indent="0">
              <a:buNone/>
            </a:pPr>
            <a:r>
              <a:rPr lang="ru-RU" sz="3500" b="1" dirty="0"/>
              <a:t>Основные требования:</a:t>
            </a:r>
            <a:endParaRPr lang="ru-RU" sz="3500" dirty="0"/>
          </a:p>
          <a:p>
            <a:r>
              <a:rPr lang="ru-RU" sz="3500" dirty="0"/>
              <a:t>Хранение данных о 25+ сотрудниках</a:t>
            </a:r>
          </a:p>
          <a:p>
            <a:r>
              <a:rPr lang="ru-RU" sz="3500" dirty="0"/>
              <a:t>Функции добавления, редактирования, удаления записей</a:t>
            </a:r>
          </a:p>
          <a:p>
            <a:r>
              <a:rPr lang="ru-RU" sz="3500" dirty="0"/>
              <a:t>Формирование 3 видов отчётов с сортировкой слиянием</a:t>
            </a:r>
          </a:p>
          <a:p>
            <a:r>
              <a:rPr lang="ru-RU" sz="3500" dirty="0"/>
              <a:t>Защита от некорректного ввода данных</a:t>
            </a:r>
          </a:p>
          <a:p>
            <a:r>
              <a:rPr lang="ru-RU" sz="3500" dirty="0"/>
              <a:t>Удобный пользовательский интерфейс</a:t>
            </a:r>
          </a:p>
          <a:p>
            <a:pPr marL="0" indent="0">
              <a:lnSpc>
                <a:spcPct val="120000"/>
              </a:lnSpc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1713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2789492-842E-5D69-5D10-E46AB9DBB9AE}"/>
              </a:ext>
            </a:extLst>
          </p:cNvPr>
          <p:cNvSpPr txBox="1"/>
          <p:nvPr/>
        </p:nvSpPr>
        <p:spPr>
          <a:xfrm>
            <a:off x="395416" y="211815"/>
            <a:ext cx="844378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Организация данных.</a:t>
            </a:r>
          </a:p>
          <a:p>
            <a:r>
              <a:rPr lang="ru-RU" sz="2400" b="1" dirty="0"/>
              <a:t>Модель данных сотрудника.</a:t>
            </a:r>
          </a:p>
          <a:p>
            <a:r>
              <a:rPr lang="ru-RU" sz="2400" b="1" dirty="0"/>
              <a:t>Каждый сотрудник представлен как объект со следующими атрибутами: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3660720-AA21-FDCE-EA04-19BD4B89EB46}"/>
              </a:ext>
            </a:extLst>
          </p:cNvPr>
          <p:cNvSpPr/>
          <p:nvPr/>
        </p:nvSpPr>
        <p:spPr>
          <a:xfrm>
            <a:off x="3393989" y="1621657"/>
            <a:ext cx="5750011" cy="4942703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 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C4547CA-D5F7-E7DA-FA82-DF17655D59FF}"/>
              </a:ext>
            </a:extLst>
          </p:cNvPr>
          <p:cNvCxnSpPr/>
          <p:nvPr/>
        </p:nvCxnSpPr>
        <p:spPr>
          <a:xfrm>
            <a:off x="3393989" y="2042984"/>
            <a:ext cx="5750011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BE17727-BFB0-77B7-3BE8-2308114BE623}"/>
              </a:ext>
            </a:extLst>
          </p:cNvPr>
          <p:cNvSpPr txBox="1"/>
          <p:nvPr/>
        </p:nvSpPr>
        <p:spPr>
          <a:xfrm>
            <a:off x="5033319" y="1647655"/>
            <a:ext cx="3262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 </a:t>
            </a:r>
            <a:r>
              <a:rPr lang="ru-RU" b="1" dirty="0"/>
              <a:t>ОБЪЕКТ "СОТРУДНИК</a:t>
            </a:r>
            <a:r>
              <a:rPr lang="ru-RU" dirty="0"/>
              <a:t>"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22EA44-CAF9-0731-15E4-A66097F1DF0F}"/>
              </a:ext>
            </a:extLst>
          </p:cNvPr>
          <p:cNvSpPr txBox="1"/>
          <p:nvPr/>
        </p:nvSpPr>
        <p:spPr>
          <a:xfrm>
            <a:off x="3616410" y="2144675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ЛИЧНЫЕ ДАННЫЕ:                      </a:t>
            </a:r>
          </a:p>
          <a:p>
            <a:r>
              <a:rPr lang="ru-RU" b="1" dirty="0"/>
              <a:t> </a:t>
            </a:r>
            <a:r>
              <a:rPr lang="ru-RU" dirty="0"/>
              <a:t>• Фамилия (текст, русские буквы)    </a:t>
            </a:r>
          </a:p>
          <a:p>
            <a:r>
              <a:rPr lang="ru-RU" dirty="0"/>
              <a:t> • Имя (текст, русские буквы)        </a:t>
            </a:r>
          </a:p>
          <a:p>
            <a:r>
              <a:rPr lang="ru-RU" b="1" dirty="0"/>
              <a:t> • </a:t>
            </a:r>
            <a:r>
              <a:rPr lang="ru-RU" dirty="0"/>
              <a:t>Отчество (текст, русские буквы)   </a:t>
            </a:r>
          </a:p>
          <a:p>
            <a:r>
              <a:rPr lang="ru-RU" b="1" dirty="0"/>
              <a:t>                                     </a:t>
            </a:r>
          </a:p>
          <a:p>
            <a:r>
              <a:rPr lang="ru-RU" b="1" dirty="0"/>
              <a:t> ДАТА РОЖДЕНИЯ:                      </a:t>
            </a:r>
          </a:p>
          <a:p>
            <a:r>
              <a:rPr lang="ru-RU" b="1" dirty="0"/>
              <a:t> </a:t>
            </a:r>
            <a:r>
              <a:rPr lang="ru-RU" dirty="0"/>
              <a:t>• Год (число, 1900-2023)            </a:t>
            </a:r>
          </a:p>
          <a:p>
            <a:r>
              <a:rPr lang="ru-RU" dirty="0"/>
              <a:t> • Месяц (число, 1-12)               </a:t>
            </a:r>
          </a:p>
          <a:p>
            <a:r>
              <a:rPr lang="ru-RU" dirty="0"/>
              <a:t> • День (число, 1-31)                </a:t>
            </a:r>
          </a:p>
          <a:p>
            <a:r>
              <a:rPr lang="ru-RU" b="1" dirty="0"/>
              <a:t>                                     </a:t>
            </a:r>
          </a:p>
          <a:p>
            <a:r>
              <a:rPr lang="ru-RU" b="1" dirty="0"/>
              <a:t> РАБОЧАЯ ИНФОРМАЦИЯ:                 </a:t>
            </a:r>
          </a:p>
          <a:p>
            <a:r>
              <a:rPr lang="ru-RU" b="1" dirty="0"/>
              <a:t> </a:t>
            </a:r>
            <a:r>
              <a:rPr lang="ru-RU" dirty="0"/>
              <a:t>• Отдел (текст, русские буквы)      </a:t>
            </a:r>
          </a:p>
          <a:p>
            <a:r>
              <a:rPr lang="ru-RU" dirty="0"/>
              <a:t> • Должность (текст, русские буквы)  </a:t>
            </a:r>
          </a:p>
          <a:p>
            <a:r>
              <a:rPr lang="ru-RU" dirty="0"/>
              <a:t> • Оклад (число, &gt; 0)                </a:t>
            </a:r>
          </a:p>
          <a:p>
            <a:r>
              <a:rPr lang="ru-RU" dirty="0"/>
              <a:t> • Стаж (число, 0-60 лет) </a:t>
            </a:r>
          </a:p>
        </p:txBody>
      </p:sp>
    </p:spTree>
    <p:extLst>
      <p:ext uri="{BB962C8B-B14F-4D97-AF65-F5344CB8AC3E}">
        <p14:creationId xmlns:p14="http://schemas.microsoft.com/office/powerpoint/2010/main" val="3226737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507BA-D3BE-9E88-D85F-E47A1741B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590EEB-4BAD-0387-8FA1-03B14214AAC9}"/>
              </a:ext>
            </a:extLst>
          </p:cNvPr>
          <p:cNvSpPr txBox="1"/>
          <p:nvPr/>
        </p:nvSpPr>
        <p:spPr>
          <a:xfrm>
            <a:off x="568411" y="631566"/>
            <a:ext cx="76529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Архитектура программы</a:t>
            </a:r>
            <a:r>
              <a:rPr lang="en-US" sz="4400" b="1" dirty="0">
                <a:solidFill>
                  <a:schemeClr val="bg1"/>
                </a:solidFill>
              </a:rPr>
              <a:t>: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51B1CB0-48E5-7711-DAB7-5A962B64BD68}"/>
              </a:ext>
            </a:extLst>
          </p:cNvPr>
          <p:cNvSpPr/>
          <p:nvPr/>
        </p:nvSpPr>
        <p:spPr>
          <a:xfrm>
            <a:off x="4217773" y="1779373"/>
            <a:ext cx="3756454" cy="76944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4AF6D67-524A-5F8E-17E5-7A462EDF4CF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6096000" y="2548814"/>
            <a:ext cx="0" cy="40857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17F88AD4-A065-605C-D86D-543EEEB4F872}"/>
              </a:ext>
            </a:extLst>
          </p:cNvPr>
          <p:cNvCxnSpPr/>
          <p:nvPr/>
        </p:nvCxnSpPr>
        <p:spPr>
          <a:xfrm>
            <a:off x="4217773" y="2957384"/>
            <a:ext cx="375645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C919521F-EEB9-FA69-ADB8-E774EBF7128A}"/>
              </a:ext>
            </a:extLst>
          </p:cNvPr>
          <p:cNvCxnSpPr/>
          <p:nvPr/>
        </p:nvCxnSpPr>
        <p:spPr>
          <a:xfrm>
            <a:off x="4217773" y="2957384"/>
            <a:ext cx="0" cy="4716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2B10C5C7-1455-1744-0365-AC837B86CCEE}"/>
              </a:ext>
            </a:extLst>
          </p:cNvPr>
          <p:cNvCxnSpPr/>
          <p:nvPr/>
        </p:nvCxnSpPr>
        <p:spPr>
          <a:xfrm>
            <a:off x="6096000" y="2957384"/>
            <a:ext cx="0" cy="4716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8DBC33F4-9093-F195-8607-36D2CB150022}"/>
              </a:ext>
            </a:extLst>
          </p:cNvPr>
          <p:cNvCxnSpPr/>
          <p:nvPr/>
        </p:nvCxnSpPr>
        <p:spPr>
          <a:xfrm>
            <a:off x="7974227" y="2957384"/>
            <a:ext cx="0" cy="4716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212508F-F513-FE57-B71E-D61B737BA7A6}"/>
              </a:ext>
            </a:extLst>
          </p:cNvPr>
          <p:cNvSpPr/>
          <p:nvPr/>
        </p:nvSpPr>
        <p:spPr>
          <a:xfrm>
            <a:off x="3604066" y="3429000"/>
            <a:ext cx="1227413" cy="10935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826497A-0CCB-8B1D-2944-E55AC46A4912}"/>
              </a:ext>
            </a:extLst>
          </p:cNvPr>
          <p:cNvSpPr/>
          <p:nvPr/>
        </p:nvSpPr>
        <p:spPr>
          <a:xfrm>
            <a:off x="7360520" y="3445474"/>
            <a:ext cx="1227413" cy="10935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E76338F-7A4A-6409-9036-8DE2DB47F208}"/>
              </a:ext>
            </a:extLst>
          </p:cNvPr>
          <p:cNvSpPr/>
          <p:nvPr/>
        </p:nvSpPr>
        <p:spPr>
          <a:xfrm>
            <a:off x="5482293" y="3429000"/>
            <a:ext cx="1227413" cy="10935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E7EE6BD2-4B3D-1CF2-6BE1-F827B51BE00D}"/>
              </a:ext>
            </a:extLst>
          </p:cNvPr>
          <p:cNvCxnSpPr>
            <a:stCxn id="19" idx="2"/>
          </p:cNvCxnSpPr>
          <p:nvPr/>
        </p:nvCxnSpPr>
        <p:spPr>
          <a:xfrm flipH="1">
            <a:off x="4217772" y="4522571"/>
            <a:ext cx="1" cy="486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F0AD22F4-0DAD-C247-6C4E-06FD8CF1F62C}"/>
              </a:ext>
            </a:extLst>
          </p:cNvPr>
          <p:cNvCxnSpPr/>
          <p:nvPr/>
        </p:nvCxnSpPr>
        <p:spPr>
          <a:xfrm flipH="1">
            <a:off x="6095997" y="4508152"/>
            <a:ext cx="1" cy="486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9988FF8F-C633-BEF5-6F04-698701CEA7D1}"/>
              </a:ext>
            </a:extLst>
          </p:cNvPr>
          <p:cNvCxnSpPr/>
          <p:nvPr/>
        </p:nvCxnSpPr>
        <p:spPr>
          <a:xfrm flipH="1">
            <a:off x="7974224" y="4539045"/>
            <a:ext cx="1" cy="486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DA8C757-18B4-591C-2A67-CDF4FD18A892}"/>
              </a:ext>
            </a:extLst>
          </p:cNvPr>
          <p:cNvSpPr txBox="1"/>
          <p:nvPr/>
        </p:nvSpPr>
        <p:spPr>
          <a:xfrm>
            <a:off x="4456669" y="195688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 ГЛАВНОЕ МЕНЮ (8 пунктов)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8EE1CB-2EBF-5095-9574-C92EF06F4522}"/>
              </a:ext>
            </a:extLst>
          </p:cNvPr>
          <p:cNvSpPr txBox="1"/>
          <p:nvPr/>
        </p:nvSpPr>
        <p:spPr>
          <a:xfrm>
            <a:off x="3604035" y="3642385"/>
            <a:ext cx="11697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 Просмотр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данных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41592B-A342-69C7-0599-C9C05F43267B}"/>
              </a:ext>
            </a:extLst>
          </p:cNvPr>
          <p:cNvSpPr txBox="1"/>
          <p:nvPr/>
        </p:nvSpPr>
        <p:spPr>
          <a:xfrm>
            <a:off x="5453440" y="3683397"/>
            <a:ext cx="12851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chemeClr val="bg1"/>
                </a:solidFill>
              </a:rPr>
              <a:t> Управление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данными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AD6EE5-E71F-12D9-5988-3D55D73F40D4}"/>
              </a:ext>
            </a:extLst>
          </p:cNvPr>
          <p:cNvSpPr txBox="1"/>
          <p:nvPr/>
        </p:nvSpPr>
        <p:spPr>
          <a:xfrm>
            <a:off x="7389368" y="3662914"/>
            <a:ext cx="11697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chemeClr val="bg1"/>
                </a:solidFill>
              </a:rPr>
              <a:t> Отчёты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(3 вида)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E4E704-8A13-8F6B-2E59-99C86D1F417B}"/>
              </a:ext>
            </a:extLst>
          </p:cNvPr>
          <p:cNvSpPr txBox="1"/>
          <p:nvPr/>
        </p:nvSpPr>
        <p:spPr>
          <a:xfrm>
            <a:off x="3513437" y="4981192"/>
            <a:ext cx="14086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accent1"/>
                </a:solidFill>
              </a:rPr>
              <a:t>Табличный</a:t>
            </a:r>
          </a:p>
          <a:p>
            <a:pPr algn="ctr"/>
            <a:r>
              <a:rPr lang="ru-RU" b="1" dirty="0">
                <a:solidFill>
                  <a:schemeClr val="accent1"/>
                </a:solidFill>
              </a:rPr>
              <a:t>вывод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A38552-B834-B0A9-1D6A-3B75014EF17F}"/>
              </a:ext>
            </a:extLst>
          </p:cNvPr>
          <p:cNvSpPr txBox="1"/>
          <p:nvPr/>
        </p:nvSpPr>
        <p:spPr>
          <a:xfrm>
            <a:off x="7269888" y="4981192"/>
            <a:ext cx="14086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accent1"/>
                </a:solidFill>
              </a:rPr>
              <a:t>Сортировка</a:t>
            </a:r>
          </a:p>
          <a:p>
            <a:pPr algn="ctr"/>
            <a:r>
              <a:rPr lang="ru-RU" b="1" dirty="0">
                <a:solidFill>
                  <a:schemeClr val="accent1"/>
                </a:solidFill>
              </a:rPr>
              <a:t>слиянием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C9EB79-BFC3-F570-8AD3-28433C720B3C}"/>
              </a:ext>
            </a:extLst>
          </p:cNvPr>
          <p:cNvSpPr txBox="1"/>
          <p:nvPr/>
        </p:nvSpPr>
        <p:spPr>
          <a:xfrm>
            <a:off x="5220733" y="4981192"/>
            <a:ext cx="17423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>
                <a:solidFill>
                  <a:schemeClr val="accent1"/>
                </a:solidFill>
              </a:rPr>
              <a:t>Операции работы с данными сотрудников</a:t>
            </a:r>
            <a:endParaRPr lang="ru-RU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170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E696B-B76E-7C0A-57E8-4AAA7D18C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AF2783A-5A83-F31C-1E69-0B98497CC3AD}"/>
              </a:ext>
            </a:extLst>
          </p:cNvPr>
          <p:cNvSpPr txBox="1"/>
          <p:nvPr/>
        </p:nvSpPr>
        <p:spPr>
          <a:xfrm>
            <a:off x="271848" y="349843"/>
            <a:ext cx="764471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dirty="0"/>
              <a:t>Алгоритм сортировки слиянием</a:t>
            </a:r>
            <a:r>
              <a:rPr lang="en-US" sz="4000" b="1" dirty="0"/>
              <a:t>:</a:t>
            </a:r>
            <a:endParaRPr lang="ru-RU" sz="4000" b="1" dirty="0"/>
          </a:p>
          <a:p>
            <a:pPr algn="ctr"/>
            <a:endParaRPr lang="ru-RU"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1A5EF5-2A0C-72E9-B494-06C9DC15D17D}"/>
              </a:ext>
            </a:extLst>
          </p:cNvPr>
          <p:cNvSpPr txBox="1"/>
          <p:nvPr/>
        </p:nvSpPr>
        <p:spPr>
          <a:xfrm>
            <a:off x="1161533" y="1592120"/>
            <a:ext cx="6969211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Принцип работы</a:t>
            </a:r>
            <a:r>
              <a:rPr lang="en-US" sz="2800" b="1" dirty="0"/>
              <a:t>:</a:t>
            </a:r>
          </a:p>
          <a:p>
            <a:endParaRPr lang="ru-RU" sz="2400" dirty="0"/>
          </a:p>
          <a:p>
            <a:r>
              <a:rPr lang="ru-RU" sz="2400" b="1" dirty="0"/>
              <a:t>1. РАЗДЕЛЕНИЕ</a:t>
            </a:r>
          </a:p>
          <a:p>
            <a:r>
              <a:rPr lang="ru-RU" sz="2400" dirty="0"/>
              <a:t>   Массив → [Левая часть] [Правая часть]</a:t>
            </a:r>
          </a:p>
          <a:p>
            <a:r>
              <a:rPr lang="ru-RU" sz="2400" dirty="0"/>
              <a:t>   </a:t>
            </a:r>
          </a:p>
          <a:p>
            <a:r>
              <a:rPr lang="ru-RU" sz="2400" b="1" dirty="0"/>
              <a:t>2. РЕКУРСИЯ</a:t>
            </a:r>
          </a:p>
          <a:p>
            <a:r>
              <a:rPr lang="ru-RU" sz="2400" dirty="0"/>
              <a:t>   Сортировка каждой части тем же методом</a:t>
            </a:r>
          </a:p>
          <a:p>
            <a:r>
              <a:rPr lang="ru-RU" sz="2400" dirty="0"/>
              <a:t>   </a:t>
            </a:r>
          </a:p>
          <a:p>
            <a:r>
              <a:rPr lang="ru-RU" sz="2400" b="1" dirty="0"/>
              <a:t>3. СЛИЯНИЕ</a:t>
            </a:r>
          </a:p>
          <a:p>
            <a:r>
              <a:rPr lang="ru-RU" sz="2400" dirty="0"/>
              <a:t>   [</a:t>
            </a:r>
            <a:r>
              <a:rPr lang="ru-RU" sz="2400" dirty="0" err="1"/>
              <a:t>Отсорт</a:t>
            </a:r>
            <a:r>
              <a:rPr lang="ru-RU" sz="2400" dirty="0"/>
              <a:t>. левая] + [</a:t>
            </a:r>
            <a:r>
              <a:rPr lang="ru-RU" sz="2400" dirty="0" err="1"/>
              <a:t>Отсорт</a:t>
            </a:r>
            <a:r>
              <a:rPr lang="ru-RU" sz="2400" dirty="0"/>
              <a:t>. правая] → [Результат]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43492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78095-8A93-5867-1084-A127329F5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A85A5C-7F5A-08DE-6564-5342571D90BE}"/>
              </a:ext>
            </a:extLst>
          </p:cNvPr>
          <p:cNvSpPr txBox="1"/>
          <p:nvPr/>
        </p:nvSpPr>
        <p:spPr>
          <a:xfrm>
            <a:off x="57665" y="631566"/>
            <a:ext cx="1213433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Отчёты программы</a:t>
            </a:r>
            <a:r>
              <a:rPr lang="en-US" sz="4400" b="1" dirty="0">
                <a:solidFill>
                  <a:schemeClr val="bg1"/>
                </a:solidFill>
              </a:rPr>
              <a:t> </a:t>
            </a:r>
            <a:r>
              <a:rPr lang="ru-RU" sz="4400" b="1" dirty="0">
                <a:solidFill>
                  <a:schemeClr val="bg1"/>
                </a:solidFill>
              </a:rPr>
              <a:t>и система проверки данных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D0BBDD-508E-6DCE-F722-8DDC0EC25DCD}"/>
              </a:ext>
            </a:extLst>
          </p:cNvPr>
          <p:cNvSpPr txBox="1"/>
          <p:nvPr/>
        </p:nvSpPr>
        <p:spPr>
          <a:xfrm>
            <a:off x="4456669" y="195688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 ГЛАВНОЕ МЕНЮ (8 пунктов)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101E9BA-1730-625B-FE2E-707504A247D7}"/>
              </a:ext>
            </a:extLst>
          </p:cNvPr>
          <p:cNvSpPr/>
          <p:nvPr/>
        </p:nvSpPr>
        <p:spPr>
          <a:xfrm>
            <a:off x="805250" y="1956886"/>
            <a:ext cx="4712043" cy="4452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B2FF0B-53D3-DB9A-C355-B2CC4B88A8AE}"/>
              </a:ext>
            </a:extLst>
          </p:cNvPr>
          <p:cNvSpPr txBox="1"/>
          <p:nvPr/>
        </p:nvSpPr>
        <p:spPr>
          <a:xfrm>
            <a:off x="1011194" y="2120270"/>
            <a:ext cx="4712043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Три вида отчётов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endParaRPr lang="ru-RU" sz="2000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Отчёт 1: Полный список сотрудников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Сортировка: год↓, стаж↓, фамилия↑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Отчёт 2: Сотрудники отдела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Сортировка: оклад↓, фамилия↑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Отчёт 3: Сотрудники с окладом выше среднего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Сортировка: должность↑, фамилия↑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F2FF23C-F78C-A06E-CD0E-80760EBB47CB}"/>
              </a:ext>
            </a:extLst>
          </p:cNvPr>
          <p:cNvSpPr/>
          <p:nvPr/>
        </p:nvSpPr>
        <p:spPr>
          <a:xfrm>
            <a:off x="6713837" y="1956886"/>
            <a:ext cx="4712043" cy="4452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9F58DA-96A1-C6E3-6DD9-14FAAD109898}"/>
              </a:ext>
            </a:extLst>
          </p:cNvPr>
          <p:cNvSpPr txBox="1"/>
          <p:nvPr/>
        </p:nvSpPr>
        <p:spPr>
          <a:xfrm>
            <a:off x="6919781" y="2156941"/>
            <a:ext cx="456581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Особенности проверки ввода данных: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Проверка русских букв (ФИО, отдел, должность)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Контроль корректности дат (високосные годы)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Проверка числовых диапазонов (год, стаж, оклад)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Защита от пустого ввода</a:t>
            </a:r>
          </a:p>
        </p:txBody>
      </p:sp>
    </p:spTree>
    <p:extLst>
      <p:ext uri="{BB962C8B-B14F-4D97-AF65-F5344CB8AC3E}">
        <p14:creationId xmlns:p14="http://schemas.microsoft.com/office/powerpoint/2010/main" val="2515043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A4619-6EEF-F17C-3322-979668782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40634ED-08FD-8930-D1A2-E458FCC5E7FE}"/>
              </a:ext>
            </a:extLst>
          </p:cNvPr>
          <p:cNvSpPr txBox="1"/>
          <p:nvPr/>
        </p:nvSpPr>
        <p:spPr>
          <a:xfrm>
            <a:off x="2042983" y="160373"/>
            <a:ext cx="76447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Примеры работы кода</a:t>
            </a:r>
            <a:r>
              <a:rPr lang="en-US" sz="4800" b="1" dirty="0"/>
              <a:t>:</a:t>
            </a:r>
            <a:endParaRPr lang="ru-RU" sz="4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7A9032-4537-186C-3FBD-B955048BA9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970" y="1598140"/>
            <a:ext cx="6637949" cy="44652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63E701-701C-1F6C-09D4-BBD9422D3D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09" y="2353147"/>
            <a:ext cx="4229690" cy="24482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97972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29524-3F19-5AC2-F748-9A56C6C7F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54B3A9D-0558-1450-7448-AD8E5A9BE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542" y="1421967"/>
            <a:ext cx="4637902" cy="41819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E89283-AD54-36BE-9165-D2A667281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073" y="238897"/>
            <a:ext cx="6996505" cy="9194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0D976A2-CCC9-9EAA-7393-D3D8F3F90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0757" y="1595091"/>
            <a:ext cx="5408756" cy="38357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1153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16C9F-CC85-4A3A-D682-481983E6A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58049B-854E-88C0-5692-3DE6A962E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66144"/>
            <a:ext cx="5401524" cy="30543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3352256-2A65-2467-7EA3-B48DCE81D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200" y="1938075"/>
            <a:ext cx="4617347" cy="12521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8DC051-38BB-78A8-A495-7734C1DE2E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654" y="4293844"/>
            <a:ext cx="5151346" cy="11266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0E00A9A-164D-1811-FEF8-B649D16B20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5049" y="3997606"/>
            <a:ext cx="3163426" cy="25267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9520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D3D88-54AA-31A2-85B1-E802B92B6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4658F8-A4FD-078D-1ADF-19A85BCB3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207" y="2858518"/>
            <a:ext cx="10190911" cy="1668284"/>
          </a:xfrm>
        </p:spPr>
        <p:txBody>
          <a:bodyPr>
            <a:noAutofit/>
          </a:bodyPr>
          <a:lstStyle/>
          <a:p>
            <a:r>
              <a:rPr lang="ru-RU" sz="80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9442290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37">
      <a:dk1>
        <a:sysClr val="windowText" lastClr="000000"/>
      </a:dk1>
      <a:lt1>
        <a:sysClr val="window" lastClr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/>
        <a:ea typeface=""/>
        <a:cs typeface=""/>
      </a:majorFont>
      <a:minorFont>
        <a:latin typeface="PermianSansTypeface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</TotalTime>
  <Words>373</Words>
  <Application>Microsoft Office PowerPoint</Application>
  <PresentationFormat>Широкоэкранный</PresentationFormat>
  <Paragraphs>82</Paragraphs>
  <Slides>10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PermianSansTypeface</vt:lpstr>
      <vt:lpstr>PermianSerifTypeface</vt:lpstr>
      <vt:lpstr>Тема Office</vt:lpstr>
      <vt:lpstr>Учёт сотрудников предприятия. Разработка программного решения для автоматизации кадрового учёта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Полина Масленникова</dc:creator>
  <cp:lastModifiedBy>Настя Витухина</cp:lastModifiedBy>
  <cp:revision>34</cp:revision>
  <dcterms:created xsi:type="dcterms:W3CDTF">2020-05-17T17:29:28Z</dcterms:created>
  <dcterms:modified xsi:type="dcterms:W3CDTF">2026-01-13T23:34:08Z</dcterms:modified>
</cp:coreProperties>
</file>